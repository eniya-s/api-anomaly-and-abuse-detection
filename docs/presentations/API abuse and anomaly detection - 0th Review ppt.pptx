
<file path=[Content_Types].xml><?xml version="1.0" encoding="utf-8"?>
<Types xmlns="http://schemas.openxmlformats.org/package/2006/content-types">
  <Default ContentType="application/xml" Extension="xml"/>
  <Default ContentType="image/png" Extension="png"/>
  <Default ContentType="image/jpeg" Extension="jpe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xml"/>
  <Override ContentType="application/vnd.openxmlformats-officedocument.presentationml.tableStyles+xml" PartName="/ppt/tableStyles1.xml"/>
  <Override ContentType="application/vnd.openxmlformats-officedocument.presentationml.slideMaster+xml" PartName="/ppt/slideMasters/slideMaster1.xml"/>
  <Override ContentType="application/vnd.openxmlformats-officedocument.presentationml.slideLayout+xml" PartName="/ppt/slideLayouts/slideLayout3.xml"/>
  <Override ContentType="application/vnd.openxmlformats-officedocument.presentationml.slideLayout+xml" PartName="/ppt/slideLayouts/slideLayout2.xml"/>
  <Override ContentType="application/vnd.openxmlformats-officedocument.presentationml.slideLayout+xml" PartName="/ppt/slideLayouts/slideLayout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8.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1.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1.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Lst>
  <p:sldSz cy="6858000" cx="12192000"/>
  <p:notesSz cx="12192000" cy="6858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939">
          <p15:clr>
            <a:srgbClr val="000000"/>
          </p15:clr>
        </p15:guide>
        <p15:guide id="2" pos="2160">
          <p15:clr>
            <a:srgbClr val="000000"/>
          </p15:clr>
        </p15:guide>
      </p15:sldGuideLst>
    </p:ext>
  </p:extLst>
</p:presentation>
</file>

<file path=ppt/presProps1.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1.xml><?xml version="1.0" encoding="utf-8"?>
<a:tblStyleLst xmlns:a="http://schemas.openxmlformats.org/drawingml/2006/main" xmlns:r="http://schemas.openxmlformats.org/officeDocument/2006/relationships" def="{90651C3A-4460-11DB-9652-00E08161165F}">
  <a:tblStyle styleId="{5940675A-B579-460E-94D1-54222C63F5DA}" styleName="No Style, Table Grid">
    <a:wholeTbl>
      <a:tcTxStyle>
        <a:fontRef idx="minor">
          <a:scrgbClr b="0" g="0" r="0"/>
        </a:fontRef>
        <a:schemeClr val="tx1"/>
      </a:tcTxStyle>
      <a:tcStyle>
        <a:tcBdr>
          <a:left>
            <a:ln cmpd="sng" w="12700">
              <a:solidFill>
                <a:schemeClr val="tx1"/>
              </a:solidFill>
            </a:ln>
          </a:left>
          <a:right>
            <a:ln cmpd="sng" w="12700">
              <a:solidFill>
                <a:schemeClr val="tx1"/>
              </a:solidFill>
            </a:ln>
          </a:right>
          <a:top>
            <a:ln cmpd="sng" w="12700">
              <a:solidFill>
                <a:schemeClr val="tx1"/>
              </a:solidFill>
            </a:ln>
          </a:top>
          <a:bottom>
            <a:ln cmpd="sng" w="12700">
              <a:solidFill>
                <a:schemeClr val="tx1"/>
              </a:solidFill>
            </a:ln>
          </a:bottom>
          <a:insideH>
            <a:ln cmpd="sng" w="12700">
              <a:solidFill>
                <a:schemeClr val="tx1"/>
              </a:solidFill>
            </a:ln>
          </a:insideH>
          <a:insideV>
            <a:ln cmpd="sng" w="12700">
              <a:solidFill>
                <a:schemeClr val="tx1"/>
              </a:solidFill>
            </a:ln>
          </a:insideV>
        </a:tcBdr>
        <a:fill>
          <a:noFill/>
        </a:fill>
      </a:tcStyle>
    </a:wholeTbl>
  </a:tblStyle>
</a:tblStyleLst>
</file>

<file path=ppt/viewProps1.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939" orient="horz"/>
        <p:guide pos="2160"/>
      </p:guideLst>
    </p:cSldViewPr>
  </p:slideViewPr>
</p:viewPr>
</file>

<file path=ppt/_rels/presentation.xml.rels><?xml version="1.0" encoding="UTF-8" standalone="yes"?><Relationships xmlns="http://schemas.openxmlformats.org/package/2006/relationships"><Relationship Id="rId11" Type="http://schemas.openxmlformats.org/officeDocument/2006/relationships/slide" Target="slides/slide5.xml"/><Relationship Id="rId10" Type="http://schemas.openxmlformats.org/officeDocument/2006/relationships/slide" Target="slides/slide4.xml"/><Relationship Id="rId13" Type="http://schemas.openxmlformats.org/officeDocument/2006/relationships/slide" Target="slides/slide7.xml"/><Relationship Id="rId12" Type="http://schemas.openxmlformats.org/officeDocument/2006/relationships/slide" Target="slides/slide6.xml"/><Relationship Id="rId1" Type="http://schemas.openxmlformats.org/officeDocument/2006/relationships/theme" Target="theme/theme1.xml"/><Relationship Id="rId2" Type="http://schemas.openxmlformats.org/officeDocument/2006/relationships/viewProps" Target="viewProps1.xml"/><Relationship Id="rId3" Type="http://schemas.openxmlformats.org/officeDocument/2006/relationships/presProps" Target="presProps1.xml"/><Relationship Id="rId4" Type="http://schemas.openxmlformats.org/officeDocument/2006/relationships/tableStyles" Target="tableStyles1.xml"/><Relationship Id="rId9" Type="http://schemas.openxmlformats.org/officeDocument/2006/relationships/slide" Target="slides/slide3.xml"/><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5" Type="http://schemas.openxmlformats.org/officeDocument/2006/relationships/slideMaster" Target="slideMasters/slideMaster1.xml"/><Relationship Id="rId19" Type="http://schemas.openxmlformats.org/officeDocument/2006/relationships/slide" Target="slides/slide13.xml"/><Relationship Id="rId6" Type="http://schemas.openxmlformats.org/officeDocument/2006/relationships/notesMaster" Target="notesMasters/notesMaster1.xml"/><Relationship Id="rId18" Type="http://schemas.openxmlformats.org/officeDocument/2006/relationships/slide" Target="slides/slide12.xml"/><Relationship Id="rId7" Type="http://schemas.openxmlformats.org/officeDocument/2006/relationships/slide" Target="slides/slide1.xml"/><Relationship Id="rId8"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2032400" y="514350"/>
            <a:ext cx="8128400" cy="25717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IN"/>
          </a:p>
        </p:txBody>
      </p:sp>
      <p:sp>
        <p:nvSpPr>
          <p:cNvPr id="4" name="Google Shape;4;n"/>
          <p:cNvSpPr txBox="1">
            <a:spLocks noGrp="1"/>
          </p:cNvSpPr>
          <p:nvPr>
            <p:ph type="body" idx="1"/>
          </p:nvPr>
        </p:nvSpPr>
        <p:spPr>
          <a:xfrm>
            <a:off x="1219200" y="3257550"/>
            <a:ext cx="9753600" cy="3086100"/>
          </a:xfrm>
          <a:prstGeom prst="rect">
            <a:avLst/>
          </a:prstGeom>
          <a:noFill/>
          <a:ln>
            <a:noFill/>
          </a:ln>
        </p:spPr>
        <p:txBody>
          <a:bodyPr spcFirstLastPara="1" wrap="square" lIns="91425" tIns="91425" rIns="91425" bIns="91425" anchor="t" anchorCtr="0">
            <a:noAutofit/>
          </a:bodyPr>
          <a:lstStyle>
            <a:lvl1pPr marL="457200" marR="0" lvl="0"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1pPr>
            <a:lvl2pPr marL="914400" marR="0" lvl="1"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2pPr>
            <a:lvl3pPr marL="1371600" marR="0" lvl="2"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3pPr>
            <a:lvl4pPr marL="1828800" marR="0" lvl="3"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4pPr>
            <a:lvl5pPr marL="2286000" marR="0" lvl="4"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5pPr>
            <a:lvl6pPr marL="2743200" marR="0" lvl="5"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6pPr>
            <a:lvl7pPr marL="3200400" marR="0" lvl="6"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7pPr>
            <a:lvl8pPr marL="3657600" marR="0" lvl="7"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8pPr>
            <a:lvl9pPr marL="4114800" marR="0" lvl="8"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9pPr>
          </a:lstStyle>
          <a:p>
            <a:endParaRPr/>
          </a:p>
        </p:txBody>
      </p:sp>
    </p:spTree>
    <p:extLst>
      <p:ext uri="{BB962C8B-B14F-4D97-AF65-F5344CB8AC3E}">
        <p14:creationId xmlns:p14="http://schemas.microsoft.com/office/powerpoint/2010/main" val="2101771853"/>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
        <p:cNvGrpSpPr/>
        <p:nvPr/>
      </p:nvGrpSpPr>
      <p:grpSpPr>
        <a:xfrm>
          <a:off x="0" y="0"/>
          <a:ext cx="0" cy="0"/>
          <a:chOff x="0" y="0"/>
          <a:chExt cx="0" cy="0"/>
        </a:xfrm>
      </p:grpSpPr>
      <p:sp>
        <p:nvSpPr>
          <p:cNvPr id="41" name="Google Shape;41;p1:notes"/>
          <p:cNvSpPr txBox="1">
            <a:spLocks noGrp="1"/>
          </p:cNvSpPr>
          <p:nvPr>
            <p:ph type="body" idx="1"/>
          </p:nvPr>
        </p:nvSpPr>
        <p:spPr>
          <a:xfrm>
            <a:off x="1219200" y="3257550"/>
            <a:ext cx="9753600" cy="30861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sz="1100"/>
          </a:p>
        </p:txBody>
      </p:sp>
      <p:sp>
        <p:nvSpPr>
          <p:cNvPr id="42" name="Google Shape;42;p1:notes"/>
          <p:cNvSpPr>
            <a:spLocks noGrp="1" noRot="1" noChangeAspect="1"/>
          </p:cNvSpPr>
          <p:nvPr>
            <p:ph type="sldImg" idx="2"/>
          </p:nvPr>
        </p:nvSpPr>
        <p:spPr>
          <a:xfrm>
            <a:off x="3810000" y="514350"/>
            <a:ext cx="4573588" cy="25717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IN"/>
          </a:p>
        </p:txBody>
      </p:sp>
    </p:spTree>
    <p:extLst>
      <p:ext uri="{BB962C8B-B14F-4D97-AF65-F5344CB8AC3E}">
        <p14:creationId xmlns:p14="http://schemas.microsoft.com/office/powerpoint/2010/main" val="67891412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2"/>
        <p:cNvGrpSpPr/>
        <p:nvPr/>
      </p:nvGrpSpPr>
      <p:grpSpPr>
        <a:xfrm>
          <a:off x="0" y="0"/>
          <a:ext cx="0" cy="0"/>
          <a:chOff x="0" y="0"/>
          <a:chExt cx="0" cy="0"/>
        </a:xfrm>
      </p:grpSpPr>
      <p:sp>
        <p:nvSpPr>
          <p:cNvPr id="13" name="Google Shape;13;p12"/>
          <p:cNvSpPr txBox="1">
            <a:spLocks noGrp="1"/>
          </p:cNvSpPr>
          <p:nvPr>
            <p:ph type="title"/>
          </p:nvPr>
        </p:nvSpPr>
        <p:spPr>
          <a:xfrm>
            <a:off x="3670591" y="1934454"/>
            <a:ext cx="4850817" cy="1000760"/>
          </a:xfrm>
          <a:prstGeom prst="rect">
            <a:avLst/>
          </a:prstGeom>
          <a:noFill/>
          <a:ln>
            <a:noFill/>
          </a:ln>
        </p:spPr>
        <p:txBody>
          <a:bodyPr spcFirstLastPara="1" wrap="square" lIns="0" tIns="0" rIns="0" bIns="0" anchor="t" anchorCtr="0">
            <a:spAutoFit/>
          </a:bodyPr>
          <a:lstStyle>
            <a:lvl1pPr lvl="0" algn="l">
              <a:lnSpc>
                <a:spcPct val="100000"/>
              </a:lnSpc>
              <a:spcBef>
                <a:spcPts val="0"/>
              </a:spcBef>
              <a:spcAft>
                <a:spcPts val="0"/>
              </a:spcAft>
              <a:buSzPts val="1400"/>
              <a:buNone/>
              <a:defRPr sz="6400" b="0" i="0">
                <a:solidFill>
                  <a:schemeClr val="dk1"/>
                </a:solidFill>
                <a:latin typeface="Arial"/>
                <a:ea typeface="Arial"/>
                <a:cs typeface="Arial"/>
                <a:sym typeface="Aria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4" name="Google Shape;14;p12"/>
          <p:cNvSpPr txBox="1">
            <a:spLocks noGrp="1"/>
          </p:cNvSpPr>
          <p:nvPr>
            <p:ph type="body" idx="1"/>
          </p:nvPr>
        </p:nvSpPr>
        <p:spPr>
          <a:xfrm>
            <a:off x="1322908" y="2227490"/>
            <a:ext cx="9546183" cy="1701800"/>
          </a:xfrm>
          <a:prstGeom prst="rect">
            <a:avLst/>
          </a:prstGeom>
          <a:noFill/>
          <a:ln>
            <a:noFill/>
          </a:ln>
        </p:spPr>
        <p:txBody>
          <a:bodyPr spcFirstLastPara="1" wrap="square" lIns="0" tIns="0" rIns="0" bIns="0" anchor="t" anchorCtr="0">
            <a:spAutoFit/>
          </a:bodyPr>
          <a:lstStyle>
            <a:lvl1pPr marL="457200" lvl="0" indent="-228600" algn="l">
              <a:lnSpc>
                <a:spcPct val="100000"/>
              </a:lnSpc>
              <a:spcBef>
                <a:spcPts val="0"/>
              </a:spcBef>
              <a:spcAft>
                <a:spcPts val="0"/>
              </a:spcAft>
              <a:buSzPts val="1400"/>
              <a:buNone/>
              <a:defRPr sz="2000" b="0" i="0">
                <a:solidFill>
                  <a:schemeClr val="dk1"/>
                </a:solidFill>
                <a:latin typeface="Times New Roman"/>
                <a:ea typeface="Times New Roman"/>
                <a:cs typeface="Times New Roman"/>
                <a:sym typeface="Times New Roman"/>
              </a:defRPr>
            </a:lvl1pPr>
            <a:lvl2pPr marL="914400" lvl="1" indent="-228600" algn="l">
              <a:lnSpc>
                <a:spcPct val="100000"/>
              </a:lnSpc>
              <a:spcBef>
                <a:spcPts val="0"/>
              </a:spcBef>
              <a:spcAft>
                <a:spcPts val="0"/>
              </a:spcAft>
              <a:buSzPts val="1400"/>
              <a:buNone/>
              <a:defRPr/>
            </a:lvl2pPr>
            <a:lvl3pPr marL="1371600" lvl="2" indent="-228600" algn="l">
              <a:lnSpc>
                <a:spcPct val="100000"/>
              </a:lnSpc>
              <a:spcBef>
                <a:spcPts val="0"/>
              </a:spcBef>
              <a:spcAft>
                <a:spcPts val="0"/>
              </a:spcAft>
              <a:buSzPts val="1400"/>
              <a:buNone/>
              <a:defRPr/>
            </a:lvl3pPr>
            <a:lvl4pPr marL="1828800" lvl="3" indent="-228600" algn="l">
              <a:lnSpc>
                <a:spcPct val="100000"/>
              </a:lnSpc>
              <a:spcBef>
                <a:spcPts val="0"/>
              </a:spcBef>
              <a:spcAft>
                <a:spcPts val="0"/>
              </a:spcAft>
              <a:buSzPts val="1400"/>
              <a:buNone/>
              <a:defRPr/>
            </a:lvl4pPr>
            <a:lvl5pPr marL="2286000" lvl="4" indent="-228600" algn="l">
              <a:lnSpc>
                <a:spcPct val="100000"/>
              </a:lnSpc>
              <a:spcBef>
                <a:spcPts val="0"/>
              </a:spcBef>
              <a:spcAft>
                <a:spcPts val="0"/>
              </a:spcAft>
              <a:buSzPts val="1400"/>
              <a:buNone/>
              <a:defRPr/>
            </a:lvl5pPr>
            <a:lvl6pPr marL="2743200" lvl="5" indent="-228600" algn="l">
              <a:lnSpc>
                <a:spcPct val="100000"/>
              </a:lnSpc>
              <a:spcBef>
                <a:spcPts val="0"/>
              </a:spcBef>
              <a:spcAft>
                <a:spcPts val="0"/>
              </a:spcAft>
              <a:buSzPts val="1400"/>
              <a:buNone/>
              <a:defRPr/>
            </a:lvl6pPr>
            <a:lvl7pPr marL="3200400" lvl="6" indent="-228600" algn="l">
              <a:lnSpc>
                <a:spcPct val="100000"/>
              </a:lnSpc>
              <a:spcBef>
                <a:spcPts val="0"/>
              </a:spcBef>
              <a:spcAft>
                <a:spcPts val="0"/>
              </a:spcAft>
              <a:buSzPts val="1400"/>
              <a:buNone/>
              <a:defRPr/>
            </a:lvl7pPr>
            <a:lvl8pPr marL="3657600" lvl="7" indent="-228600" algn="l">
              <a:lnSpc>
                <a:spcPct val="100000"/>
              </a:lnSpc>
              <a:spcBef>
                <a:spcPts val="0"/>
              </a:spcBef>
              <a:spcAft>
                <a:spcPts val="0"/>
              </a:spcAft>
              <a:buSzPts val="1400"/>
              <a:buNone/>
              <a:defRPr/>
            </a:lvl8pPr>
            <a:lvl9pPr marL="4114800" lvl="8" indent="-228600" algn="l">
              <a:lnSpc>
                <a:spcPct val="100000"/>
              </a:lnSpc>
              <a:spcBef>
                <a:spcPts val="0"/>
              </a:spcBef>
              <a:spcAft>
                <a:spcPts val="0"/>
              </a:spcAft>
              <a:buSzPts val="1400"/>
              <a:buNone/>
              <a:defRPr/>
            </a:lvl9pPr>
          </a:lstStyle>
          <a:p>
            <a:endParaRPr/>
          </a:p>
        </p:txBody>
      </p:sp>
      <p:sp>
        <p:nvSpPr>
          <p:cNvPr id="15" name="Google Shape;15;p12"/>
          <p:cNvSpPr txBox="1">
            <a:spLocks noGrp="1"/>
          </p:cNvSpPr>
          <p:nvPr>
            <p:ph type="ftr" idx="11"/>
          </p:nvPr>
        </p:nvSpPr>
        <p:spPr>
          <a:xfrm>
            <a:off x="4145280" y="6377940"/>
            <a:ext cx="3901440" cy="342900"/>
          </a:xfrm>
          <a:prstGeom prst="rect">
            <a:avLst/>
          </a:prstGeom>
          <a:noFill/>
          <a:ln>
            <a:noFill/>
          </a:ln>
        </p:spPr>
        <p:txBody>
          <a:bodyPr spcFirstLastPara="1" wrap="square" lIns="0" tIns="0" rIns="0" bIns="0" anchor="t" anchorCtr="0">
            <a:spAutoFit/>
          </a:bodyPr>
          <a:lstStyle>
            <a:lvl1pPr lvl="0" algn="ctr">
              <a:lnSpc>
                <a:spcPct val="100000"/>
              </a:lnSpc>
              <a:spcBef>
                <a:spcPts val="0"/>
              </a:spcBef>
              <a:spcAft>
                <a:spcPts val="0"/>
              </a:spcAft>
              <a:buSzPts val="1400"/>
              <a:buNone/>
              <a:defRPr>
                <a:solidFill>
                  <a:srgbClr val="888888"/>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6" name="Google Shape;16;p12"/>
          <p:cNvSpPr txBox="1">
            <a:spLocks noGrp="1"/>
          </p:cNvSpPr>
          <p:nvPr>
            <p:ph type="dt" idx="10"/>
          </p:nvPr>
        </p:nvSpPr>
        <p:spPr>
          <a:xfrm>
            <a:off x="609600" y="6377940"/>
            <a:ext cx="2804160" cy="342900"/>
          </a:xfrm>
          <a:prstGeom prst="rect">
            <a:avLst/>
          </a:prstGeom>
          <a:noFill/>
          <a:ln>
            <a:noFill/>
          </a:ln>
        </p:spPr>
        <p:txBody>
          <a:bodyPr spcFirstLastPara="1" wrap="square" lIns="0" tIns="0" rIns="0" bIns="0" anchor="t" anchorCtr="0">
            <a:spAutoFit/>
          </a:bodyPr>
          <a:lstStyle>
            <a:lvl1pPr lvl="0" algn="l">
              <a:lnSpc>
                <a:spcPct val="100000"/>
              </a:lnSpc>
              <a:spcBef>
                <a:spcPts val="0"/>
              </a:spcBef>
              <a:spcAft>
                <a:spcPts val="0"/>
              </a:spcAft>
              <a:buSzPts val="1400"/>
              <a:buNone/>
              <a:defRPr>
                <a:solidFill>
                  <a:srgbClr val="888888"/>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7" name="Google Shape;17;p12"/>
          <p:cNvSpPr txBox="1">
            <a:spLocks noGrp="1"/>
          </p:cNvSpPr>
          <p:nvPr>
            <p:ph type="sldNum" idx="12"/>
          </p:nvPr>
        </p:nvSpPr>
        <p:spPr>
          <a:xfrm>
            <a:off x="11034279" y="6514910"/>
            <a:ext cx="245109" cy="281304"/>
          </a:xfrm>
          <a:prstGeom prst="rect">
            <a:avLst/>
          </a:prstGeom>
          <a:noFill/>
          <a:ln>
            <a:noFill/>
          </a:ln>
        </p:spPr>
        <p:txBody>
          <a:bodyPr spcFirstLastPara="1" wrap="square" lIns="0" tIns="0" rIns="0" bIns="0" anchor="t" anchorCtr="0">
            <a:spAutoFit/>
          </a:bodyPr>
          <a:lstStyle>
            <a:lvl1pPr marL="38100" marR="0" lvl="0" indent="0" algn="l">
              <a:lnSpc>
                <a:spcPct val="116000"/>
              </a:lnSpc>
              <a:spcBef>
                <a:spcPts val="0"/>
              </a:spcBef>
              <a:spcAft>
                <a:spcPts val="0"/>
              </a:spcAft>
              <a:buClr>
                <a:srgbClr val="000000"/>
              </a:buClr>
              <a:buSzPts val="1800"/>
              <a:buFont typeface="Arial"/>
              <a:buNone/>
              <a:defRPr sz="1800" b="0" i="0" u="none" strike="noStrike" cap="none">
                <a:solidFill>
                  <a:schemeClr val="dk1"/>
                </a:solidFill>
                <a:latin typeface="Arial"/>
                <a:ea typeface="Arial"/>
                <a:cs typeface="Arial"/>
                <a:sym typeface="Arial"/>
              </a:defRPr>
            </a:lvl1pPr>
            <a:lvl2pPr marL="38100" marR="0" lvl="1" indent="0" algn="l">
              <a:lnSpc>
                <a:spcPct val="116000"/>
              </a:lnSpc>
              <a:spcBef>
                <a:spcPts val="0"/>
              </a:spcBef>
              <a:spcAft>
                <a:spcPts val="0"/>
              </a:spcAft>
              <a:buClr>
                <a:srgbClr val="000000"/>
              </a:buClr>
              <a:buSzPts val="1800"/>
              <a:buFont typeface="Arial"/>
              <a:buNone/>
              <a:defRPr sz="1800" b="0" i="0" u="none" strike="noStrike" cap="none">
                <a:solidFill>
                  <a:schemeClr val="dk1"/>
                </a:solidFill>
                <a:latin typeface="Arial"/>
                <a:ea typeface="Arial"/>
                <a:cs typeface="Arial"/>
                <a:sym typeface="Arial"/>
              </a:defRPr>
            </a:lvl2pPr>
            <a:lvl3pPr marL="38100" marR="0" lvl="2" indent="0" algn="l">
              <a:lnSpc>
                <a:spcPct val="116000"/>
              </a:lnSpc>
              <a:spcBef>
                <a:spcPts val="0"/>
              </a:spcBef>
              <a:spcAft>
                <a:spcPts val="0"/>
              </a:spcAft>
              <a:buClr>
                <a:srgbClr val="000000"/>
              </a:buClr>
              <a:buSzPts val="1800"/>
              <a:buFont typeface="Arial"/>
              <a:buNone/>
              <a:defRPr sz="1800" b="0" i="0" u="none" strike="noStrike" cap="none">
                <a:solidFill>
                  <a:schemeClr val="dk1"/>
                </a:solidFill>
                <a:latin typeface="Arial"/>
                <a:ea typeface="Arial"/>
                <a:cs typeface="Arial"/>
                <a:sym typeface="Arial"/>
              </a:defRPr>
            </a:lvl3pPr>
            <a:lvl4pPr marL="38100" marR="0" lvl="3" indent="0" algn="l">
              <a:lnSpc>
                <a:spcPct val="116000"/>
              </a:lnSpc>
              <a:spcBef>
                <a:spcPts val="0"/>
              </a:spcBef>
              <a:spcAft>
                <a:spcPts val="0"/>
              </a:spcAft>
              <a:buClr>
                <a:srgbClr val="000000"/>
              </a:buClr>
              <a:buSzPts val="1800"/>
              <a:buFont typeface="Arial"/>
              <a:buNone/>
              <a:defRPr sz="1800" b="0" i="0" u="none" strike="noStrike" cap="none">
                <a:solidFill>
                  <a:schemeClr val="dk1"/>
                </a:solidFill>
                <a:latin typeface="Arial"/>
                <a:ea typeface="Arial"/>
                <a:cs typeface="Arial"/>
                <a:sym typeface="Arial"/>
              </a:defRPr>
            </a:lvl4pPr>
            <a:lvl5pPr marL="38100" marR="0" lvl="4" indent="0" algn="l">
              <a:lnSpc>
                <a:spcPct val="116000"/>
              </a:lnSpc>
              <a:spcBef>
                <a:spcPts val="0"/>
              </a:spcBef>
              <a:spcAft>
                <a:spcPts val="0"/>
              </a:spcAft>
              <a:buClr>
                <a:srgbClr val="000000"/>
              </a:buClr>
              <a:buSzPts val="1800"/>
              <a:buFont typeface="Arial"/>
              <a:buNone/>
              <a:defRPr sz="1800" b="0" i="0" u="none" strike="noStrike" cap="none">
                <a:solidFill>
                  <a:schemeClr val="dk1"/>
                </a:solidFill>
                <a:latin typeface="Arial"/>
                <a:ea typeface="Arial"/>
                <a:cs typeface="Arial"/>
                <a:sym typeface="Arial"/>
              </a:defRPr>
            </a:lvl5pPr>
            <a:lvl6pPr marL="38100" marR="0" lvl="5" indent="0" algn="l">
              <a:lnSpc>
                <a:spcPct val="116000"/>
              </a:lnSpc>
              <a:spcBef>
                <a:spcPts val="0"/>
              </a:spcBef>
              <a:spcAft>
                <a:spcPts val="0"/>
              </a:spcAft>
              <a:buClr>
                <a:srgbClr val="000000"/>
              </a:buClr>
              <a:buSzPts val="1800"/>
              <a:buFont typeface="Arial"/>
              <a:buNone/>
              <a:defRPr sz="1800" b="0" i="0" u="none" strike="noStrike" cap="none">
                <a:solidFill>
                  <a:schemeClr val="dk1"/>
                </a:solidFill>
                <a:latin typeface="Arial"/>
                <a:ea typeface="Arial"/>
                <a:cs typeface="Arial"/>
                <a:sym typeface="Arial"/>
              </a:defRPr>
            </a:lvl6pPr>
            <a:lvl7pPr marL="38100" marR="0" lvl="6" indent="0" algn="l">
              <a:lnSpc>
                <a:spcPct val="116000"/>
              </a:lnSpc>
              <a:spcBef>
                <a:spcPts val="0"/>
              </a:spcBef>
              <a:spcAft>
                <a:spcPts val="0"/>
              </a:spcAft>
              <a:buClr>
                <a:srgbClr val="000000"/>
              </a:buClr>
              <a:buSzPts val="1800"/>
              <a:buFont typeface="Arial"/>
              <a:buNone/>
              <a:defRPr sz="1800" b="0" i="0" u="none" strike="noStrike" cap="none">
                <a:solidFill>
                  <a:schemeClr val="dk1"/>
                </a:solidFill>
                <a:latin typeface="Arial"/>
                <a:ea typeface="Arial"/>
                <a:cs typeface="Arial"/>
                <a:sym typeface="Arial"/>
              </a:defRPr>
            </a:lvl7pPr>
            <a:lvl8pPr marL="38100" marR="0" lvl="7" indent="0" algn="l">
              <a:lnSpc>
                <a:spcPct val="116000"/>
              </a:lnSpc>
              <a:spcBef>
                <a:spcPts val="0"/>
              </a:spcBef>
              <a:spcAft>
                <a:spcPts val="0"/>
              </a:spcAft>
              <a:buClr>
                <a:srgbClr val="000000"/>
              </a:buClr>
              <a:buSzPts val="1800"/>
              <a:buFont typeface="Arial"/>
              <a:buNone/>
              <a:defRPr sz="1800" b="0" i="0" u="none" strike="noStrike" cap="none">
                <a:solidFill>
                  <a:schemeClr val="dk1"/>
                </a:solidFill>
                <a:latin typeface="Arial"/>
                <a:ea typeface="Arial"/>
                <a:cs typeface="Arial"/>
                <a:sym typeface="Arial"/>
              </a:defRPr>
            </a:lvl8pPr>
            <a:lvl9pPr marL="38100" marR="0" lvl="8" indent="0" algn="l">
              <a:lnSpc>
                <a:spcPct val="116000"/>
              </a:lnSpc>
              <a:spcBef>
                <a:spcPts val="0"/>
              </a:spcBef>
              <a:spcAft>
                <a:spcPts val="0"/>
              </a:spcAft>
              <a:buClr>
                <a:srgbClr val="000000"/>
              </a:buClr>
              <a:buSzPts val="1800"/>
              <a:buFont typeface="Arial"/>
              <a:buNone/>
              <a:defRPr sz="1800" b="0" i="0" u="none" strike="noStrike" cap="none">
                <a:solidFill>
                  <a:schemeClr val="dk1"/>
                </a:solidFill>
                <a:latin typeface="Arial"/>
                <a:ea typeface="Arial"/>
                <a:cs typeface="Arial"/>
                <a:sym typeface="Arial"/>
              </a:defRPr>
            </a:lvl9pPr>
          </a:lstStyle>
          <a:p>
            <a:pPr marL="38100" lvl="0" indent="0" algn="l"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Slide">
  <p:cSld name="Title Slide">
    <p:spTree>
      <p:nvGrpSpPr>
        <p:cNvPr id="1" name="Shape 23"/>
        <p:cNvGrpSpPr/>
        <p:nvPr/>
      </p:nvGrpSpPr>
      <p:grpSpPr>
        <a:xfrm>
          <a:off x="0" y="0"/>
          <a:ext cx="0" cy="0"/>
          <a:chOff x="0" y="0"/>
          <a:chExt cx="0" cy="0"/>
        </a:xfrm>
      </p:grpSpPr>
      <p:sp>
        <p:nvSpPr>
          <p:cNvPr id="24" name="Google Shape;24;p14"/>
          <p:cNvSpPr txBox="1">
            <a:spLocks noGrp="1"/>
          </p:cNvSpPr>
          <p:nvPr>
            <p:ph type="ctrTitle"/>
          </p:nvPr>
        </p:nvSpPr>
        <p:spPr>
          <a:xfrm>
            <a:off x="914400" y="2125980"/>
            <a:ext cx="10363200" cy="1440180"/>
          </a:xfrm>
          <a:prstGeom prst="rect">
            <a:avLst/>
          </a:prstGeom>
          <a:noFill/>
          <a:ln>
            <a:noFill/>
          </a:ln>
        </p:spPr>
        <p:txBody>
          <a:bodyPr spcFirstLastPara="1" wrap="square" lIns="0" tIns="0" rIns="0" bIns="0" anchor="t" anchorCtr="0">
            <a:sp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5" name="Google Shape;25;p14"/>
          <p:cNvSpPr txBox="1">
            <a:spLocks noGrp="1"/>
          </p:cNvSpPr>
          <p:nvPr>
            <p:ph type="subTitle" idx="1"/>
          </p:nvPr>
        </p:nvSpPr>
        <p:spPr>
          <a:xfrm>
            <a:off x="1828800" y="3840480"/>
            <a:ext cx="8534400" cy="1714500"/>
          </a:xfrm>
          <a:prstGeom prst="rect">
            <a:avLst/>
          </a:prstGeom>
          <a:noFill/>
          <a:ln>
            <a:noFill/>
          </a:ln>
        </p:spPr>
        <p:txBody>
          <a:bodyPr spcFirstLastPara="1" wrap="square" lIns="0" tIns="0" rIns="0" bIns="0" anchor="t" anchorCtr="0">
            <a:sp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6" name="Google Shape;26;p14"/>
          <p:cNvSpPr txBox="1">
            <a:spLocks noGrp="1"/>
          </p:cNvSpPr>
          <p:nvPr>
            <p:ph type="ftr" idx="11"/>
          </p:nvPr>
        </p:nvSpPr>
        <p:spPr>
          <a:xfrm>
            <a:off x="4145280" y="6377940"/>
            <a:ext cx="3901440" cy="342900"/>
          </a:xfrm>
          <a:prstGeom prst="rect">
            <a:avLst/>
          </a:prstGeom>
          <a:noFill/>
          <a:ln>
            <a:noFill/>
          </a:ln>
        </p:spPr>
        <p:txBody>
          <a:bodyPr spcFirstLastPara="1" wrap="square" lIns="0" tIns="0" rIns="0" bIns="0" anchor="t" anchorCtr="0">
            <a:spAutoFit/>
          </a:bodyPr>
          <a:lstStyle>
            <a:lvl1pPr lvl="0" algn="ctr">
              <a:lnSpc>
                <a:spcPct val="100000"/>
              </a:lnSpc>
              <a:spcBef>
                <a:spcPts val="0"/>
              </a:spcBef>
              <a:spcAft>
                <a:spcPts val="0"/>
              </a:spcAft>
              <a:buSzPts val="1400"/>
              <a:buNone/>
              <a:defRPr>
                <a:solidFill>
                  <a:srgbClr val="888888"/>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7" name="Google Shape;27;p14"/>
          <p:cNvSpPr txBox="1">
            <a:spLocks noGrp="1"/>
          </p:cNvSpPr>
          <p:nvPr>
            <p:ph type="dt" idx="10"/>
          </p:nvPr>
        </p:nvSpPr>
        <p:spPr>
          <a:xfrm>
            <a:off x="609600" y="6377940"/>
            <a:ext cx="2804160" cy="342900"/>
          </a:xfrm>
          <a:prstGeom prst="rect">
            <a:avLst/>
          </a:prstGeom>
          <a:noFill/>
          <a:ln>
            <a:noFill/>
          </a:ln>
        </p:spPr>
        <p:txBody>
          <a:bodyPr spcFirstLastPara="1" wrap="square" lIns="0" tIns="0" rIns="0" bIns="0" anchor="t" anchorCtr="0">
            <a:spAutoFit/>
          </a:bodyPr>
          <a:lstStyle>
            <a:lvl1pPr lvl="0" algn="l">
              <a:lnSpc>
                <a:spcPct val="100000"/>
              </a:lnSpc>
              <a:spcBef>
                <a:spcPts val="0"/>
              </a:spcBef>
              <a:spcAft>
                <a:spcPts val="0"/>
              </a:spcAft>
              <a:buSzPts val="1400"/>
              <a:buNone/>
              <a:defRPr>
                <a:solidFill>
                  <a:srgbClr val="888888"/>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8" name="Google Shape;28;p14"/>
          <p:cNvSpPr txBox="1">
            <a:spLocks noGrp="1"/>
          </p:cNvSpPr>
          <p:nvPr>
            <p:ph type="sldNum" idx="12"/>
          </p:nvPr>
        </p:nvSpPr>
        <p:spPr>
          <a:xfrm>
            <a:off x="11034279" y="6514910"/>
            <a:ext cx="245109" cy="281304"/>
          </a:xfrm>
          <a:prstGeom prst="rect">
            <a:avLst/>
          </a:prstGeom>
          <a:noFill/>
          <a:ln>
            <a:noFill/>
          </a:ln>
        </p:spPr>
        <p:txBody>
          <a:bodyPr spcFirstLastPara="1" wrap="square" lIns="0" tIns="0" rIns="0" bIns="0" anchor="t" anchorCtr="0">
            <a:spAutoFit/>
          </a:bodyPr>
          <a:lstStyle>
            <a:lvl1pPr marL="38100" marR="0" lvl="0" indent="0" algn="l">
              <a:lnSpc>
                <a:spcPct val="116000"/>
              </a:lnSpc>
              <a:spcBef>
                <a:spcPts val="0"/>
              </a:spcBef>
              <a:spcAft>
                <a:spcPts val="0"/>
              </a:spcAft>
              <a:buClr>
                <a:srgbClr val="000000"/>
              </a:buClr>
              <a:buSzPts val="1800"/>
              <a:buFont typeface="Arial"/>
              <a:buNone/>
              <a:defRPr sz="1800" b="0" i="0" u="none" strike="noStrike" cap="none">
                <a:solidFill>
                  <a:schemeClr val="dk1"/>
                </a:solidFill>
                <a:latin typeface="Arial"/>
                <a:ea typeface="Arial"/>
                <a:cs typeface="Arial"/>
                <a:sym typeface="Arial"/>
              </a:defRPr>
            </a:lvl1pPr>
            <a:lvl2pPr marL="38100" marR="0" lvl="1" indent="0" algn="l">
              <a:lnSpc>
                <a:spcPct val="116000"/>
              </a:lnSpc>
              <a:spcBef>
                <a:spcPts val="0"/>
              </a:spcBef>
              <a:spcAft>
                <a:spcPts val="0"/>
              </a:spcAft>
              <a:buClr>
                <a:srgbClr val="000000"/>
              </a:buClr>
              <a:buSzPts val="1800"/>
              <a:buFont typeface="Arial"/>
              <a:buNone/>
              <a:defRPr sz="1800" b="0" i="0" u="none" strike="noStrike" cap="none">
                <a:solidFill>
                  <a:schemeClr val="dk1"/>
                </a:solidFill>
                <a:latin typeface="Arial"/>
                <a:ea typeface="Arial"/>
                <a:cs typeface="Arial"/>
                <a:sym typeface="Arial"/>
              </a:defRPr>
            </a:lvl2pPr>
            <a:lvl3pPr marL="38100" marR="0" lvl="2" indent="0" algn="l">
              <a:lnSpc>
                <a:spcPct val="116000"/>
              </a:lnSpc>
              <a:spcBef>
                <a:spcPts val="0"/>
              </a:spcBef>
              <a:spcAft>
                <a:spcPts val="0"/>
              </a:spcAft>
              <a:buClr>
                <a:srgbClr val="000000"/>
              </a:buClr>
              <a:buSzPts val="1800"/>
              <a:buFont typeface="Arial"/>
              <a:buNone/>
              <a:defRPr sz="1800" b="0" i="0" u="none" strike="noStrike" cap="none">
                <a:solidFill>
                  <a:schemeClr val="dk1"/>
                </a:solidFill>
                <a:latin typeface="Arial"/>
                <a:ea typeface="Arial"/>
                <a:cs typeface="Arial"/>
                <a:sym typeface="Arial"/>
              </a:defRPr>
            </a:lvl3pPr>
            <a:lvl4pPr marL="38100" marR="0" lvl="3" indent="0" algn="l">
              <a:lnSpc>
                <a:spcPct val="116000"/>
              </a:lnSpc>
              <a:spcBef>
                <a:spcPts val="0"/>
              </a:spcBef>
              <a:spcAft>
                <a:spcPts val="0"/>
              </a:spcAft>
              <a:buClr>
                <a:srgbClr val="000000"/>
              </a:buClr>
              <a:buSzPts val="1800"/>
              <a:buFont typeface="Arial"/>
              <a:buNone/>
              <a:defRPr sz="1800" b="0" i="0" u="none" strike="noStrike" cap="none">
                <a:solidFill>
                  <a:schemeClr val="dk1"/>
                </a:solidFill>
                <a:latin typeface="Arial"/>
                <a:ea typeface="Arial"/>
                <a:cs typeface="Arial"/>
                <a:sym typeface="Arial"/>
              </a:defRPr>
            </a:lvl4pPr>
            <a:lvl5pPr marL="38100" marR="0" lvl="4" indent="0" algn="l">
              <a:lnSpc>
                <a:spcPct val="116000"/>
              </a:lnSpc>
              <a:spcBef>
                <a:spcPts val="0"/>
              </a:spcBef>
              <a:spcAft>
                <a:spcPts val="0"/>
              </a:spcAft>
              <a:buClr>
                <a:srgbClr val="000000"/>
              </a:buClr>
              <a:buSzPts val="1800"/>
              <a:buFont typeface="Arial"/>
              <a:buNone/>
              <a:defRPr sz="1800" b="0" i="0" u="none" strike="noStrike" cap="none">
                <a:solidFill>
                  <a:schemeClr val="dk1"/>
                </a:solidFill>
                <a:latin typeface="Arial"/>
                <a:ea typeface="Arial"/>
                <a:cs typeface="Arial"/>
                <a:sym typeface="Arial"/>
              </a:defRPr>
            </a:lvl5pPr>
            <a:lvl6pPr marL="38100" marR="0" lvl="5" indent="0" algn="l">
              <a:lnSpc>
                <a:spcPct val="116000"/>
              </a:lnSpc>
              <a:spcBef>
                <a:spcPts val="0"/>
              </a:spcBef>
              <a:spcAft>
                <a:spcPts val="0"/>
              </a:spcAft>
              <a:buClr>
                <a:srgbClr val="000000"/>
              </a:buClr>
              <a:buSzPts val="1800"/>
              <a:buFont typeface="Arial"/>
              <a:buNone/>
              <a:defRPr sz="1800" b="0" i="0" u="none" strike="noStrike" cap="none">
                <a:solidFill>
                  <a:schemeClr val="dk1"/>
                </a:solidFill>
                <a:latin typeface="Arial"/>
                <a:ea typeface="Arial"/>
                <a:cs typeface="Arial"/>
                <a:sym typeface="Arial"/>
              </a:defRPr>
            </a:lvl6pPr>
            <a:lvl7pPr marL="38100" marR="0" lvl="6" indent="0" algn="l">
              <a:lnSpc>
                <a:spcPct val="116000"/>
              </a:lnSpc>
              <a:spcBef>
                <a:spcPts val="0"/>
              </a:spcBef>
              <a:spcAft>
                <a:spcPts val="0"/>
              </a:spcAft>
              <a:buClr>
                <a:srgbClr val="000000"/>
              </a:buClr>
              <a:buSzPts val="1800"/>
              <a:buFont typeface="Arial"/>
              <a:buNone/>
              <a:defRPr sz="1800" b="0" i="0" u="none" strike="noStrike" cap="none">
                <a:solidFill>
                  <a:schemeClr val="dk1"/>
                </a:solidFill>
                <a:latin typeface="Arial"/>
                <a:ea typeface="Arial"/>
                <a:cs typeface="Arial"/>
                <a:sym typeface="Arial"/>
              </a:defRPr>
            </a:lvl7pPr>
            <a:lvl8pPr marL="38100" marR="0" lvl="7" indent="0" algn="l">
              <a:lnSpc>
                <a:spcPct val="116000"/>
              </a:lnSpc>
              <a:spcBef>
                <a:spcPts val="0"/>
              </a:spcBef>
              <a:spcAft>
                <a:spcPts val="0"/>
              </a:spcAft>
              <a:buClr>
                <a:srgbClr val="000000"/>
              </a:buClr>
              <a:buSzPts val="1800"/>
              <a:buFont typeface="Arial"/>
              <a:buNone/>
              <a:defRPr sz="1800" b="0" i="0" u="none" strike="noStrike" cap="none">
                <a:solidFill>
                  <a:schemeClr val="dk1"/>
                </a:solidFill>
                <a:latin typeface="Arial"/>
                <a:ea typeface="Arial"/>
                <a:cs typeface="Arial"/>
                <a:sym typeface="Arial"/>
              </a:defRPr>
            </a:lvl8pPr>
            <a:lvl9pPr marL="38100" marR="0" lvl="8" indent="0" algn="l">
              <a:lnSpc>
                <a:spcPct val="116000"/>
              </a:lnSpc>
              <a:spcBef>
                <a:spcPts val="0"/>
              </a:spcBef>
              <a:spcAft>
                <a:spcPts val="0"/>
              </a:spcAft>
              <a:buClr>
                <a:srgbClr val="000000"/>
              </a:buClr>
              <a:buSzPts val="1800"/>
              <a:buFont typeface="Arial"/>
              <a:buNone/>
              <a:defRPr sz="1800" b="0" i="0" u="none" strike="noStrike" cap="none">
                <a:solidFill>
                  <a:schemeClr val="dk1"/>
                </a:solidFill>
                <a:latin typeface="Arial"/>
                <a:ea typeface="Arial"/>
                <a:cs typeface="Arial"/>
                <a:sym typeface="Arial"/>
              </a:defRPr>
            </a:lvl9pPr>
          </a:lstStyle>
          <a:p>
            <a:pPr marL="38100" lvl="0" indent="0" algn="l"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Blank">
  <p:cSld name="Blank">
    <p:spTree>
      <p:nvGrpSpPr>
        <p:cNvPr id="1" name="Shape 36"/>
        <p:cNvGrpSpPr/>
        <p:nvPr/>
      </p:nvGrpSpPr>
      <p:grpSpPr>
        <a:xfrm>
          <a:off x="0" y="0"/>
          <a:ext cx="0" cy="0"/>
          <a:chOff x="0" y="0"/>
          <a:chExt cx="0" cy="0"/>
        </a:xfrm>
      </p:grpSpPr>
      <p:sp>
        <p:nvSpPr>
          <p:cNvPr id="37" name="Google Shape;37;p16"/>
          <p:cNvSpPr txBox="1">
            <a:spLocks noGrp="1"/>
          </p:cNvSpPr>
          <p:nvPr>
            <p:ph type="ftr" idx="11"/>
          </p:nvPr>
        </p:nvSpPr>
        <p:spPr>
          <a:xfrm>
            <a:off x="4145280" y="6377940"/>
            <a:ext cx="3901440" cy="342900"/>
          </a:xfrm>
          <a:prstGeom prst="rect">
            <a:avLst/>
          </a:prstGeom>
          <a:noFill/>
          <a:ln>
            <a:noFill/>
          </a:ln>
        </p:spPr>
        <p:txBody>
          <a:bodyPr spcFirstLastPara="1" wrap="square" lIns="0" tIns="0" rIns="0" bIns="0" anchor="t" anchorCtr="0">
            <a:spAutoFit/>
          </a:bodyPr>
          <a:lstStyle>
            <a:lvl1pPr lvl="0" algn="ctr">
              <a:lnSpc>
                <a:spcPct val="100000"/>
              </a:lnSpc>
              <a:spcBef>
                <a:spcPts val="0"/>
              </a:spcBef>
              <a:spcAft>
                <a:spcPts val="0"/>
              </a:spcAft>
              <a:buSzPts val="1400"/>
              <a:buNone/>
              <a:defRPr>
                <a:solidFill>
                  <a:srgbClr val="888888"/>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8" name="Google Shape;38;p16"/>
          <p:cNvSpPr txBox="1">
            <a:spLocks noGrp="1"/>
          </p:cNvSpPr>
          <p:nvPr>
            <p:ph type="dt" idx="10"/>
          </p:nvPr>
        </p:nvSpPr>
        <p:spPr>
          <a:xfrm>
            <a:off x="609600" y="6377940"/>
            <a:ext cx="2804160" cy="342900"/>
          </a:xfrm>
          <a:prstGeom prst="rect">
            <a:avLst/>
          </a:prstGeom>
          <a:noFill/>
          <a:ln>
            <a:noFill/>
          </a:ln>
        </p:spPr>
        <p:txBody>
          <a:bodyPr spcFirstLastPara="1" wrap="square" lIns="0" tIns="0" rIns="0" bIns="0" anchor="t" anchorCtr="0">
            <a:spAutoFit/>
          </a:bodyPr>
          <a:lstStyle>
            <a:lvl1pPr lvl="0" algn="l">
              <a:lnSpc>
                <a:spcPct val="100000"/>
              </a:lnSpc>
              <a:spcBef>
                <a:spcPts val="0"/>
              </a:spcBef>
              <a:spcAft>
                <a:spcPts val="0"/>
              </a:spcAft>
              <a:buSzPts val="1400"/>
              <a:buNone/>
              <a:defRPr>
                <a:solidFill>
                  <a:srgbClr val="888888"/>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9" name="Google Shape;39;p16"/>
          <p:cNvSpPr txBox="1">
            <a:spLocks noGrp="1"/>
          </p:cNvSpPr>
          <p:nvPr>
            <p:ph type="sldNum" idx="12"/>
          </p:nvPr>
        </p:nvSpPr>
        <p:spPr>
          <a:xfrm>
            <a:off x="11034279" y="6514910"/>
            <a:ext cx="245109" cy="281304"/>
          </a:xfrm>
          <a:prstGeom prst="rect">
            <a:avLst/>
          </a:prstGeom>
          <a:noFill/>
          <a:ln>
            <a:noFill/>
          </a:ln>
        </p:spPr>
        <p:txBody>
          <a:bodyPr spcFirstLastPara="1" wrap="square" lIns="0" tIns="0" rIns="0" bIns="0" anchor="t" anchorCtr="0">
            <a:spAutoFit/>
          </a:bodyPr>
          <a:lstStyle>
            <a:lvl1pPr marL="38100" marR="0" lvl="0" indent="0" algn="l">
              <a:lnSpc>
                <a:spcPct val="116000"/>
              </a:lnSpc>
              <a:spcBef>
                <a:spcPts val="0"/>
              </a:spcBef>
              <a:spcAft>
                <a:spcPts val="0"/>
              </a:spcAft>
              <a:buClr>
                <a:srgbClr val="000000"/>
              </a:buClr>
              <a:buSzPts val="1800"/>
              <a:buFont typeface="Arial"/>
              <a:buNone/>
              <a:defRPr sz="1800" b="0" i="0" u="none" strike="noStrike" cap="none">
                <a:solidFill>
                  <a:schemeClr val="dk1"/>
                </a:solidFill>
                <a:latin typeface="Arial"/>
                <a:ea typeface="Arial"/>
                <a:cs typeface="Arial"/>
                <a:sym typeface="Arial"/>
              </a:defRPr>
            </a:lvl1pPr>
            <a:lvl2pPr marL="38100" marR="0" lvl="1" indent="0" algn="l">
              <a:lnSpc>
                <a:spcPct val="116000"/>
              </a:lnSpc>
              <a:spcBef>
                <a:spcPts val="0"/>
              </a:spcBef>
              <a:spcAft>
                <a:spcPts val="0"/>
              </a:spcAft>
              <a:buClr>
                <a:srgbClr val="000000"/>
              </a:buClr>
              <a:buSzPts val="1800"/>
              <a:buFont typeface="Arial"/>
              <a:buNone/>
              <a:defRPr sz="1800" b="0" i="0" u="none" strike="noStrike" cap="none">
                <a:solidFill>
                  <a:schemeClr val="dk1"/>
                </a:solidFill>
                <a:latin typeface="Arial"/>
                <a:ea typeface="Arial"/>
                <a:cs typeface="Arial"/>
                <a:sym typeface="Arial"/>
              </a:defRPr>
            </a:lvl2pPr>
            <a:lvl3pPr marL="38100" marR="0" lvl="2" indent="0" algn="l">
              <a:lnSpc>
                <a:spcPct val="116000"/>
              </a:lnSpc>
              <a:spcBef>
                <a:spcPts val="0"/>
              </a:spcBef>
              <a:spcAft>
                <a:spcPts val="0"/>
              </a:spcAft>
              <a:buClr>
                <a:srgbClr val="000000"/>
              </a:buClr>
              <a:buSzPts val="1800"/>
              <a:buFont typeface="Arial"/>
              <a:buNone/>
              <a:defRPr sz="1800" b="0" i="0" u="none" strike="noStrike" cap="none">
                <a:solidFill>
                  <a:schemeClr val="dk1"/>
                </a:solidFill>
                <a:latin typeface="Arial"/>
                <a:ea typeface="Arial"/>
                <a:cs typeface="Arial"/>
                <a:sym typeface="Arial"/>
              </a:defRPr>
            </a:lvl3pPr>
            <a:lvl4pPr marL="38100" marR="0" lvl="3" indent="0" algn="l">
              <a:lnSpc>
                <a:spcPct val="116000"/>
              </a:lnSpc>
              <a:spcBef>
                <a:spcPts val="0"/>
              </a:spcBef>
              <a:spcAft>
                <a:spcPts val="0"/>
              </a:spcAft>
              <a:buClr>
                <a:srgbClr val="000000"/>
              </a:buClr>
              <a:buSzPts val="1800"/>
              <a:buFont typeface="Arial"/>
              <a:buNone/>
              <a:defRPr sz="1800" b="0" i="0" u="none" strike="noStrike" cap="none">
                <a:solidFill>
                  <a:schemeClr val="dk1"/>
                </a:solidFill>
                <a:latin typeface="Arial"/>
                <a:ea typeface="Arial"/>
                <a:cs typeface="Arial"/>
                <a:sym typeface="Arial"/>
              </a:defRPr>
            </a:lvl4pPr>
            <a:lvl5pPr marL="38100" marR="0" lvl="4" indent="0" algn="l">
              <a:lnSpc>
                <a:spcPct val="116000"/>
              </a:lnSpc>
              <a:spcBef>
                <a:spcPts val="0"/>
              </a:spcBef>
              <a:spcAft>
                <a:spcPts val="0"/>
              </a:spcAft>
              <a:buClr>
                <a:srgbClr val="000000"/>
              </a:buClr>
              <a:buSzPts val="1800"/>
              <a:buFont typeface="Arial"/>
              <a:buNone/>
              <a:defRPr sz="1800" b="0" i="0" u="none" strike="noStrike" cap="none">
                <a:solidFill>
                  <a:schemeClr val="dk1"/>
                </a:solidFill>
                <a:latin typeface="Arial"/>
                <a:ea typeface="Arial"/>
                <a:cs typeface="Arial"/>
                <a:sym typeface="Arial"/>
              </a:defRPr>
            </a:lvl5pPr>
            <a:lvl6pPr marL="38100" marR="0" lvl="5" indent="0" algn="l">
              <a:lnSpc>
                <a:spcPct val="116000"/>
              </a:lnSpc>
              <a:spcBef>
                <a:spcPts val="0"/>
              </a:spcBef>
              <a:spcAft>
                <a:spcPts val="0"/>
              </a:spcAft>
              <a:buClr>
                <a:srgbClr val="000000"/>
              </a:buClr>
              <a:buSzPts val="1800"/>
              <a:buFont typeface="Arial"/>
              <a:buNone/>
              <a:defRPr sz="1800" b="0" i="0" u="none" strike="noStrike" cap="none">
                <a:solidFill>
                  <a:schemeClr val="dk1"/>
                </a:solidFill>
                <a:latin typeface="Arial"/>
                <a:ea typeface="Arial"/>
                <a:cs typeface="Arial"/>
                <a:sym typeface="Arial"/>
              </a:defRPr>
            </a:lvl6pPr>
            <a:lvl7pPr marL="38100" marR="0" lvl="6" indent="0" algn="l">
              <a:lnSpc>
                <a:spcPct val="116000"/>
              </a:lnSpc>
              <a:spcBef>
                <a:spcPts val="0"/>
              </a:spcBef>
              <a:spcAft>
                <a:spcPts val="0"/>
              </a:spcAft>
              <a:buClr>
                <a:srgbClr val="000000"/>
              </a:buClr>
              <a:buSzPts val="1800"/>
              <a:buFont typeface="Arial"/>
              <a:buNone/>
              <a:defRPr sz="1800" b="0" i="0" u="none" strike="noStrike" cap="none">
                <a:solidFill>
                  <a:schemeClr val="dk1"/>
                </a:solidFill>
                <a:latin typeface="Arial"/>
                <a:ea typeface="Arial"/>
                <a:cs typeface="Arial"/>
                <a:sym typeface="Arial"/>
              </a:defRPr>
            </a:lvl7pPr>
            <a:lvl8pPr marL="38100" marR="0" lvl="7" indent="0" algn="l">
              <a:lnSpc>
                <a:spcPct val="116000"/>
              </a:lnSpc>
              <a:spcBef>
                <a:spcPts val="0"/>
              </a:spcBef>
              <a:spcAft>
                <a:spcPts val="0"/>
              </a:spcAft>
              <a:buClr>
                <a:srgbClr val="000000"/>
              </a:buClr>
              <a:buSzPts val="1800"/>
              <a:buFont typeface="Arial"/>
              <a:buNone/>
              <a:defRPr sz="1800" b="0" i="0" u="none" strike="noStrike" cap="none">
                <a:solidFill>
                  <a:schemeClr val="dk1"/>
                </a:solidFill>
                <a:latin typeface="Arial"/>
                <a:ea typeface="Arial"/>
                <a:cs typeface="Arial"/>
                <a:sym typeface="Arial"/>
              </a:defRPr>
            </a:lvl8pPr>
            <a:lvl9pPr marL="38100" marR="0" lvl="8" indent="0" algn="l">
              <a:lnSpc>
                <a:spcPct val="116000"/>
              </a:lnSpc>
              <a:spcBef>
                <a:spcPts val="0"/>
              </a:spcBef>
              <a:spcAft>
                <a:spcPts val="0"/>
              </a:spcAft>
              <a:buClr>
                <a:srgbClr val="000000"/>
              </a:buClr>
              <a:buSzPts val="1800"/>
              <a:buFont typeface="Arial"/>
              <a:buNone/>
              <a:defRPr sz="1800" b="0" i="0" u="none" strike="noStrike" cap="none">
                <a:solidFill>
                  <a:schemeClr val="dk1"/>
                </a:solidFill>
                <a:latin typeface="Arial"/>
                <a:ea typeface="Arial"/>
                <a:cs typeface="Arial"/>
                <a:sym typeface="Arial"/>
              </a:defRPr>
            </a:lvl9pPr>
          </a:lstStyle>
          <a:p>
            <a:pPr marL="38100" lvl="0" indent="0" algn="l"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image" Target="../media/image1.jpeg"/><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pic>
        <p:nvPicPr>
          <p:cNvPr id="6" name="Google Shape;6;p11"/>
          <p:cNvPicPr preferRelativeResize="0"/>
          <p:nvPr/>
        </p:nvPicPr>
        <p:blipFill rotWithShape="1">
          <a:blip r:embed="rId5">
            <a:alphaModFix/>
          </a:blip>
          <a:srcRect/>
          <a:stretch/>
        </p:blipFill>
        <p:spPr>
          <a:xfrm>
            <a:off x="0" y="0"/>
            <a:ext cx="12191999" cy="6857999"/>
          </a:xfrm>
          <a:prstGeom prst="rect">
            <a:avLst/>
          </a:prstGeom>
          <a:noFill/>
          <a:ln>
            <a:noFill/>
          </a:ln>
        </p:spPr>
      </p:pic>
      <p:sp>
        <p:nvSpPr>
          <p:cNvPr id="7" name="Google Shape;7;p11"/>
          <p:cNvSpPr txBox="1">
            <a:spLocks noGrp="1"/>
          </p:cNvSpPr>
          <p:nvPr>
            <p:ph type="title"/>
          </p:nvPr>
        </p:nvSpPr>
        <p:spPr>
          <a:xfrm>
            <a:off x="3670591" y="1934454"/>
            <a:ext cx="4850817" cy="1000760"/>
          </a:xfrm>
          <a:prstGeom prst="rect">
            <a:avLst/>
          </a:prstGeom>
          <a:noFill/>
          <a:ln>
            <a:noFill/>
          </a:ln>
        </p:spPr>
        <p:txBody>
          <a:bodyPr spcFirstLastPara="1" wrap="square" lIns="0" tIns="0" rIns="0" bIns="0" anchor="t" anchorCtr="0">
            <a:spAutoFit/>
          </a:bodyPr>
          <a:lstStyle>
            <a:lvl1pPr marR="0" lvl="0" algn="l" rtl="0">
              <a:lnSpc>
                <a:spcPct val="100000"/>
              </a:lnSpc>
              <a:spcBef>
                <a:spcPts val="0"/>
              </a:spcBef>
              <a:spcAft>
                <a:spcPts val="0"/>
              </a:spcAft>
              <a:buClr>
                <a:srgbClr val="000000"/>
              </a:buClr>
              <a:buSzPts val="1400"/>
              <a:buFont typeface="Arial"/>
              <a:buNone/>
              <a:defRPr sz="64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8" name="Google Shape;8;p11"/>
          <p:cNvSpPr txBox="1">
            <a:spLocks noGrp="1"/>
          </p:cNvSpPr>
          <p:nvPr>
            <p:ph type="body" idx="1"/>
          </p:nvPr>
        </p:nvSpPr>
        <p:spPr>
          <a:xfrm>
            <a:off x="1322908" y="2227490"/>
            <a:ext cx="9546183" cy="1701800"/>
          </a:xfrm>
          <a:prstGeom prst="rect">
            <a:avLst/>
          </a:prstGeom>
          <a:noFill/>
          <a:ln>
            <a:noFill/>
          </a:ln>
        </p:spPr>
        <p:txBody>
          <a:bodyPr spcFirstLastPara="1" wrap="square" lIns="0" tIns="0" rIns="0" bIns="0" anchor="t" anchorCtr="0">
            <a:spAutoFit/>
          </a:bodyPr>
          <a:lstStyle>
            <a:lvl1pPr marL="457200" marR="0" lvl="0" indent="-228600" algn="l" rtl="0">
              <a:lnSpc>
                <a:spcPct val="100000"/>
              </a:lnSpc>
              <a:spcBef>
                <a:spcPts val="0"/>
              </a:spcBef>
              <a:spcAft>
                <a:spcPts val="0"/>
              </a:spcAft>
              <a:buClr>
                <a:srgbClr val="000000"/>
              </a:buClr>
              <a:buSzPts val="1400"/>
              <a:buFont typeface="Arial"/>
              <a:buNone/>
              <a:defRPr sz="2000" b="0" i="0" u="none" strike="noStrike" cap="none">
                <a:solidFill>
                  <a:schemeClr val="dk1"/>
                </a:solidFill>
                <a:latin typeface="Times New Roman"/>
                <a:ea typeface="Times New Roman"/>
                <a:cs typeface="Times New Roman"/>
                <a:sym typeface="Times New Roman"/>
              </a:defRPr>
            </a:lvl1pPr>
            <a:lvl2pPr marL="914400" marR="0" lvl="1" indent="-22860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Calibri"/>
                <a:ea typeface="Calibri"/>
                <a:cs typeface="Calibri"/>
                <a:sym typeface="Calibri"/>
              </a:defRPr>
            </a:lvl2pPr>
            <a:lvl3pPr marL="1371600" marR="0" lvl="2" indent="-22860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Calibri"/>
                <a:ea typeface="Calibri"/>
                <a:cs typeface="Calibri"/>
                <a:sym typeface="Calibri"/>
              </a:defRPr>
            </a:lvl3pPr>
            <a:lvl4pPr marL="1828800" marR="0" lvl="3" indent="-22860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Calibri"/>
                <a:ea typeface="Calibri"/>
                <a:cs typeface="Calibri"/>
                <a:sym typeface="Calibri"/>
              </a:defRPr>
            </a:lvl4pPr>
            <a:lvl5pPr marL="2286000" marR="0" lvl="4" indent="-22860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Calibri"/>
                <a:ea typeface="Calibri"/>
                <a:cs typeface="Calibri"/>
                <a:sym typeface="Calibri"/>
              </a:defRPr>
            </a:lvl5pPr>
            <a:lvl6pPr marL="2743200" marR="0" lvl="5" indent="-22860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Calibri"/>
                <a:ea typeface="Calibri"/>
                <a:cs typeface="Calibri"/>
                <a:sym typeface="Calibri"/>
              </a:defRPr>
            </a:lvl6pPr>
            <a:lvl7pPr marL="3200400" marR="0" lvl="6" indent="-22860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Calibri"/>
                <a:ea typeface="Calibri"/>
                <a:cs typeface="Calibri"/>
                <a:sym typeface="Calibri"/>
              </a:defRPr>
            </a:lvl7pPr>
            <a:lvl8pPr marL="3657600" marR="0" lvl="7" indent="-22860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Calibri"/>
                <a:ea typeface="Calibri"/>
                <a:cs typeface="Calibri"/>
                <a:sym typeface="Calibri"/>
              </a:defRPr>
            </a:lvl8pPr>
            <a:lvl9pPr marL="4114800" marR="0" lvl="8" indent="-22860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Calibri"/>
                <a:ea typeface="Calibri"/>
                <a:cs typeface="Calibri"/>
                <a:sym typeface="Calibri"/>
              </a:defRPr>
            </a:lvl9pPr>
          </a:lstStyle>
          <a:p>
            <a:endParaRPr/>
          </a:p>
        </p:txBody>
      </p:sp>
      <p:sp>
        <p:nvSpPr>
          <p:cNvPr id="9" name="Google Shape;9;p11"/>
          <p:cNvSpPr txBox="1">
            <a:spLocks noGrp="1"/>
          </p:cNvSpPr>
          <p:nvPr>
            <p:ph type="ftr" idx="11"/>
          </p:nvPr>
        </p:nvSpPr>
        <p:spPr>
          <a:xfrm>
            <a:off x="4145280" y="6377940"/>
            <a:ext cx="3901440" cy="342900"/>
          </a:xfrm>
          <a:prstGeom prst="rect">
            <a:avLst/>
          </a:prstGeom>
          <a:noFill/>
          <a:ln>
            <a:noFill/>
          </a:ln>
        </p:spPr>
        <p:txBody>
          <a:bodyPr spcFirstLastPara="1" wrap="square" lIns="0" tIns="0" rIns="0" bIns="0" anchor="t" anchorCtr="0">
            <a:spAutoFit/>
          </a:bodyPr>
          <a:lstStyle>
            <a:lvl1pPr marR="0" lvl="0" algn="ctr" rtl="0">
              <a:lnSpc>
                <a:spcPct val="100000"/>
              </a:lnSpc>
              <a:spcBef>
                <a:spcPts val="0"/>
              </a:spcBef>
              <a:spcAft>
                <a:spcPts val="0"/>
              </a:spcAft>
              <a:buClr>
                <a:srgbClr val="000000"/>
              </a:buClr>
              <a:buSzPts val="1400"/>
              <a:buFont typeface="Arial"/>
              <a:buNone/>
              <a:defRPr sz="18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0" name="Google Shape;10;p11"/>
          <p:cNvSpPr txBox="1">
            <a:spLocks noGrp="1"/>
          </p:cNvSpPr>
          <p:nvPr>
            <p:ph type="dt" idx="10"/>
          </p:nvPr>
        </p:nvSpPr>
        <p:spPr>
          <a:xfrm>
            <a:off x="609600" y="6377940"/>
            <a:ext cx="2804160" cy="342900"/>
          </a:xfrm>
          <a:prstGeom prst="rect">
            <a:avLst/>
          </a:prstGeom>
          <a:noFill/>
          <a:ln>
            <a:noFill/>
          </a:ln>
        </p:spPr>
        <p:txBody>
          <a:bodyPr spcFirstLastPara="1" wrap="square" lIns="0" tIns="0" rIns="0" bIns="0" anchor="t" anchorCtr="0">
            <a:spAutoFit/>
          </a:bodyPr>
          <a:lstStyle>
            <a:lvl1pPr marR="0" lvl="0" algn="l" rtl="0">
              <a:lnSpc>
                <a:spcPct val="100000"/>
              </a:lnSpc>
              <a:spcBef>
                <a:spcPts val="0"/>
              </a:spcBef>
              <a:spcAft>
                <a:spcPts val="0"/>
              </a:spcAft>
              <a:buClr>
                <a:srgbClr val="000000"/>
              </a:buClr>
              <a:buSzPts val="1400"/>
              <a:buFont typeface="Arial"/>
              <a:buNone/>
              <a:defRPr sz="18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1" name="Google Shape;11;p11"/>
          <p:cNvSpPr txBox="1">
            <a:spLocks noGrp="1"/>
          </p:cNvSpPr>
          <p:nvPr>
            <p:ph type="sldNum" idx="12"/>
          </p:nvPr>
        </p:nvSpPr>
        <p:spPr>
          <a:xfrm>
            <a:off x="11034279" y="6514910"/>
            <a:ext cx="245109" cy="281304"/>
          </a:xfrm>
          <a:prstGeom prst="rect">
            <a:avLst/>
          </a:prstGeom>
          <a:noFill/>
          <a:ln>
            <a:noFill/>
          </a:ln>
        </p:spPr>
        <p:txBody>
          <a:bodyPr spcFirstLastPara="1" wrap="square" lIns="0" tIns="0" rIns="0" bIns="0" anchor="t" anchorCtr="0">
            <a:spAutoFit/>
          </a:bodyPr>
          <a:lstStyle>
            <a:lvl1pPr marL="38100" marR="0" lvl="0" indent="0" algn="l" rtl="0">
              <a:lnSpc>
                <a:spcPct val="116000"/>
              </a:lnSpc>
              <a:spcBef>
                <a:spcPts val="0"/>
              </a:spcBef>
              <a:spcAft>
                <a:spcPts val="0"/>
              </a:spcAft>
              <a:buClr>
                <a:srgbClr val="000000"/>
              </a:buClr>
              <a:buSzPts val="1800"/>
              <a:buFont typeface="Arial"/>
              <a:buNone/>
              <a:defRPr sz="1800" b="0" i="0" u="none" strike="noStrike" cap="none">
                <a:solidFill>
                  <a:schemeClr val="dk1"/>
                </a:solidFill>
                <a:latin typeface="Arial"/>
                <a:ea typeface="Arial"/>
                <a:cs typeface="Arial"/>
                <a:sym typeface="Arial"/>
              </a:defRPr>
            </a:lvl1pPr>
            <a:lvl2pPr marL="38100" marR="0" lvl="1" indent="0" algn="l" rtl="0">
              <a:lnSpc>
                <a:spcPct val="116000"/>
              </a:lnSpc>
              <a:spcBef>
                <a:spcPts val="0"/>
              </a:spcBef>
              <a:spcAft>
                <a:spcPts val="0"/>
              </a:spcAft>
              <a:buClr>
                <a:srgbClr val="000000"/>
              </a:buClr>
              <a:buSzPts val="1800"/>
              <a:buFont typeface="Arial"/>
              <a:buNone/>
              <a:defRPr sz="1800" b="0" i="0" u="none" strike="noStrike" cap="none">
                <a:solidFill>
                  <a:schemeClr val="dk1"/>
                </a:solidFill>
                <a:latin typeface="Arial"/>
                <a:ea typeface="Arial"/>
                <a:cs typeface="Arial"/>
                <a:sym typeface="Arial"/>
              </a:defRPr>
            </a:lvl2pPr>
            <a:lvl3pPr marL="38100" marR="0" lvl="2" indent="0" algn="l" rtl="0">
              <a:lnSpc>
                <a:spcPct val="116000"/>
              </a:lnSpc>
              <a:spcBef>
                <a:spcPts val="0"/>
              </a:spcBef>
              <a:spcAft>
                <a:spcPts val="0"/>
              </a:spcAft>
              <a:buClr>
                <a:srgbClr val="000000"/>
              </a:buClr>
              <a:buSzPts val="1800"/>
              <a:buFont typeface="Arial"/>
              <a:buNone/>
              <a:defRPr sz="1800" b="0" i="0" u="none" strike="noStrike" cap="none">
                <a:solidFill>
                  <a:schemeClr val="dk1"/>
                </a:solidFill>
                <a:latin typeface="Arial"/>
                <a:ea typeface="Arial"/>
                <a:cs typeface="Arial"/>
                <a:sym typeface="Arial"/>
              </a:defRPr>
            </a:lvl3pPr>
            <a:lvl4pPr marL="38100" marR="0" lvl="3" indent="0" algn="l" rtl="0">
              <a:lnSpc>
                <a:spcPct val="116000"/>
              </a:lnSpc>
              <a:spcBef>
                <a:spcPts val="0"/>
              </a:spcBef>
              <a:spcAft>
                <a:spcPts val="0"/>
              </a:spcAft>
              <a:buClr>
                <a:srgbClr val="000000"/>
              </a:buClr>
              <a:buSzPts val="1800"/>
              <a:buFont typeface="Arial"/>
              <a:buNone/>
              <a:defRPr sz="1800" b="0" i="0" u="none" strike="noStrike" cap="none">
                <a:solidFill>
                  <a:schemeClr val="dk1"/>
                </a:solidFill>
                <a:latin typeface="Arial"/>
                <a:ea typeface="Arial"/>
                <a:cs typeface="Arial"/>
                <a:sym typeface="Arial"/>
              </a:defRPr>
            </a:lvl4pPr>
            <a:lvl5pPr marL="38100" marR="0" lvl="4" indent="0" algn="l" rtl="0">
              <a:lnSpc>
                <a:spcPct val="116000"/>
              </a:lnSpc>
              <a:spcBef>
                <a:spcPts val="0"/>
              </a:spcBef>
              <a:spcAft>
                <a:spcPts val="0"/>
              </a:spcAft>
              <a:buClr>
                <a:srgbClr val="000000"/>
              </a:buClr>
              <a:buSzPts val="1800"/>
              <a:buFont typeface="Arial"/>
              <a:buNone/>
              <a:defRPr sz="1800" b="0" i="0" u="none" strike="noStrike" cap="none">
                <a:solidFill>
                  <a:schemeClr val="dk1"/>
                </a:solidFill>
                <a:latin typeface="Arial"/>
                <a:ea typeface="Arial"/>
                <a:cs typeface="Arial"/>
                <a:sym typeface="Arial"/>
              </a:defRPr>
            </a:lvl5pPr>
            <a:lvl6pPr marL="38100" marR="0" lvl="5" indent="0" algn="l" rtl="0">
              <a:lnSpc>
                <a:spcPct val="116000"/>
              </a:lnSpc>
              <a:spcBef>
                <a:spcPts val="0"/>
              </a:spcBef>
              <a:spcAft>
                <a:spcPts val="0"/>
              </a:spcAft>
              <a:buClr>
                <a:srgbClr val="000000"/>
              </a:buClr>
              <a:buSzPts val="1800"/>
              <a:buFont typeface="Arial"/>
              <a:buNone/>
              <a:defRPr sz="1800" b="0" i="0" u="none" strike="noStrike" cap="none">
                <a:solidFill>
                  <a:schemeClr val="dk1"/>
                </a:solidFill>
                <a:latin typeface="Arial"/>
                <a:ea typeface="Arial"/>
                <a:cs typeface="Arial"/>
                <a:sym typeface="Arial"/>
              </a:defRPr>
            </a:lvl6pPr>
            <a:lvl7pPr marL="38100" marR="0" lvl="6" indent="0" algn="l" rtl="0">
              <a:lnSpc>
                <a:spcPct val="116000"/>
              </a:lnSpc>
              <a:spcBef>
                <a:spcPts val="0"/>
              </a:spcBef>
              <a:spcAft>
                <a:spcPts val="0"/>
              </a:spcAft>
              <a:buClr>
                <a:srgbClr val="000000"/>
              </a:buClr>
              <a:buSzPts val="1800"/>
              <a:buFont typeface="Arial"/>
              <a:buNone/>
              <a:defRPr sz="1800" b="0" i="0" u="none" strike="noStrike" cap="none">
                <a:solidFill>
                  <a:schemeClr val="dk1"/>
                </a:solidFill>
                <a:latin typeface="Arial"/>
                <a:ea typeface="Arial"/>
                <a:cs typeface="Arial"/>
                <a:sym typeface="Arial"/>
              </a:defRPr>
            </a:lvl7pPr>
            <a:lvl8pPr marL="38100" marR="0" lvl="7" indent="0" algn="l" rtl="0">
              <a:lnSpc>
                <a:spcPct val="116000"/>
              </a:lnSpc>
              <a:spcBef>
                <a:spcPts val="0"/>
              </a:spcBef>
              <a:spcAft>
                <a:spcPts val="0"/>
              </a:spcAft>
              <a:buClr>
                <a:srgbClr val="000000"/>
              </a:buClr>
              <a:buSzPts val="1800"/>
              <a:buFont typeface="Arial"/>
              <a:buNone/>
              <a:defRPr sz="1800" b="0" i="0" u="none" strike="noStrike" cap="none">
                <a:solidFill>
                  <a:schemeClr val="dk1"/>
                </a:solidFill>
                <a:latin typeface="Arial"/>
                <a:ea typeface="Arial"/>
                <a:cs typeface="Arial"/>
                <a:sym typeface="Arial"/>
              </a:defRPr>
            </a:lvl8pPr>
            <a:lvl9pPr marL="38100" marR="0" lvl="8" indent="0" algn="l" rtl="0">
              <a:lnSpc>
                <a:spcPct val="116000"/>
              </a:lnSpc>
              <a:spcBef>
                <a:spcPts val="0"/>
              </a:spcBef>
              <a:spcAft>
                <a:spcPts val="0"/>
              </a:spcAft>
              <a:buClr>
                <a:srgbClr val="000000"/>
              </a:buClr>
              <a:buSzPts val="1800"/>
              <a:buFont typeface="Arial"/>
              <a:buNone/>
              <a:defRPr sz="1800" b="0" i="0" u="none" strike="noStrike" cap="none">
                <a:solidFill>
                  <a:schemeClr val="dk1"/>
                </a:solidFill>
                <a:latin typeface="Arial"/>
                <a:ea typeface="Arial"/>
                <a:cs typeface="Arial"/>
                <a:sym typeface="Arial"/>
              </a:defRPr>
            </a:lvl9pPr>
          </a:lstStyle>
          <a:p>
            <a:pPr marL="38100" lvl="0" indent="0" algn="l"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1" r:id="rId2"/>
    <p:sldLayoutId id="2147483653" r:id="rId3"/>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Shape 43"/>
        <p:cNvGrpSpPr/>
        <p:nvPr/>
      </p:nvGrpSpPr>
      <p:grpSpPr>
        <a:xfrm>
          <a:off x="0" y="0"/>
          <a:ext cx="0" cy="0"/>
          <a:chOff x="0" y="0"/>
          <a:chExt cx="0" cy="0"/>
        </a:xfrm>
      </p:grpSpPr>
      <p:pic>
        <p:nvPicPr>
          <p:cNvPr id="44" name="Google Shape;44;p1"/>
          <p:cNvPicPr preferRelativeResize="0"/>
          <p:nvPr/>
        </p:nvPicPr>
        <p:blipFill rotWithShape="1">
          <a:blip r:embed="rId3">
            <a:alphaModFix/>
          </a:blip>
          <a:srcRect/>
          <a:stretch/>
        </p:blipFill>
        <p:spPr>
          <a:xfrm>
            <a:off x="0" y="10048"/>
            <a:ext cx="12192000" cy="6858000"/>
          </a:xfrm>
          <a:prstGeom prst="rect">
            <a:avLst/>
          </a:prstGeom>
          <a:noFill/>
          <a:ln>
            <a:noFill/>
          </a:ln>
        </p:spPr>
      </p:pic>
      <p:sp>
        <p:nvSpPr>
          <p:cNvPr id="45" name="Google Shape;45;p1"/>
          <p:cNvSpPr txBox="1"/>
          <p:nvPr/>
        </p:nvSpPr>
        <p:spPr>
          <a:xfrm>
            <a:off x="7496516" y="3904695"/>
            <a:ext cx="4642337" cy="1490152"/>
          </a:xfrm>
          <a:prstGeom prst="rect">
            <a:avLst/>
          </a:prstGeom>
          <a:noFill/>
          <a:ln>
            <a:noFill/>
          </a:ln>
        </p:spPr>
        <p:txBody>
          <a:bodyPr spcFirstLastPara="1" wrap="square" lIns="0" tIns="12700" rIns="0" bIns="0" anchor="t" anchorCtr="0">
            <a:spAutoFit/>
          </a:bodyPr>
          <a:lstStyle/>
          <a:p>
            <a:pPr algn="ctr"/>
            <a:r>
              <a:rPr lang="en-IN" sz="2400" b="1" dirty="0">
                <a:latin typeface="Times New Roman"/>
              </a:rPr>
              <a:t>Mentor</a:t>
            </a:r>
            <a:endParaRPr lang="en-IN" sz="2400" dirty="0">
              <a:latin typeface="Times New Roman"/>
            </a:endParaRPr>
          </a:p>
          <a:p>
            <a:pPr algn="ctr"/>
            <a:r>
              <a:rPr lang="en-IN" sz="2400" dirty="0">
                <a:latin typeface="Times New Roman"/>
              </a:rPr>
              <a:t>Mr. K Devendran</a:t>
            </a:r>
          </a:p>
          <a:p>
            <a:pPr algn="ctr"/>
            <a:r>
              <a:rPr lang="en-IN" sz="2400" dirty="0">
                <a:latin typeface="Times New Roman"/>
              </a:rPr>
              <a:t>Assistant professor</a:t>
            </a:r>
          </a:p>
          <a:p>
            <a:pPr algn="ctr"/>
            <a:r>
              <a:rPr lang="en-IN" sz="2400" dirty="0">
                <a:latin typeface="Times New Roman"/>
                <a:cs typeface="Times New Roman"/>
              </a:rPr>
              <a:t> Dept of CSE</a:t>
            </a:r>
          </a:p>
        </p:txBody>
      </p:sp>
      <p:sp>
        <p:nvSpPr>
          <p:cNvPr id="49" name="Google Shape;49;p1"/>
          <p:cNvSpPr txBox="1"/>
          <p:nvPr/>
        </p:nvSpPr>
        <p:spPr>
          <a:xfrm>
            <a:off x="2374315" y="3904695"/>
            <a:ext cx="3892504" cy="1859483"/>
          </a:xfrm>
          <a:prstGeom prst="rect">
            <a:avLst/>
          </a:prstGeom>
          <a:noFill/>
          <a:ln>
            <a:noFill/>
          </a:ln>
        </p:spPr>
        <p:txBody>
          <a:bodyPr spcFirstLastPara="1" wrap="square" lIns="0" tIns="12700" rIns="0" bIns="0" anchor="t" anchorCtr="0">
            <a:spAutoFit/>
          </a:bodyPr>
          <a:lstStyle/>
          <a:p>
            <a:pPr marL="12700" marR="0" lvl="0" indent="0" algn="l" rtl="0">
              <a:lnSpc>
                <a:spcPct val="100000"/>
              </a:lnSpc>
              <a:spcBef>
                <a:spcPts val="0"/>
              </a:spcBef>
              <a:spcAft>
                <a:spcPts val="0"/>
              </a:spcAft>
              <a:buClr>
                <a:srgbClr val="000000"/>
              </a:buClr>
              <a:buSzPts val="1800"/>
              <a:buFont typeface="Arial"/>
              <a:buNone/>
            </a:pPr>
            <a:r>
              <a:rPr lang="en-US" sz="2400" b="1" dirty="0">
                <a:solidFill>
                  <a:schemeClr val="dk1"/>
                </a:solidFill>
                <a:latin typeface="Times New Roman"/>
                <a:cs typeface="Times New Roman"/>
              </a:rPr>
              <a:t>Team Members:</a:t>
            </a:r>
          </a:p>
          <a:p>
            <a:pPr marL="12700" marR="0" lvl="0" indent="0" algn="l" rtl="0">
              <a:lnSpc>
                <a:spcPct val="100000"/>
              </a:lnSpc>
              <a:spcBef>
                <a:spcPts val="0"/>
              </a:spcBef>
              <a:spcAft>
                <a:spcPts val="0"/>
              </a:spcAft>
              <a:buClr>
                <a:srgbClr val="000000"/>
              </a:buClr>
              <a:buSzPts val="1800"/>
              <a:buFont typeface="Arial"/>
              <a:buNone/>
            </a:pPr>
            <a:endParaRPr lang="en-US" sz="2400" b="1" dirty="0">
              <a:solidFill>
                <a:schemeClr val="dk1"/>
              </a:solidFill>
              <a:latin typeface="Times New Roman"/>
              <a:cs typeface="Times New Roman"/>
            </a:endParaRPr>
          </a:p>
          <a:p>
            <a:r>
              <a:rPr lang="en-IN" sz="2400" dirty="0">
                <a:solidFill>
                  <a:schemeClr val="tx1"/>
                </a:solidFill>
                <a:latin typeface="Times New Roman"/>
              </a:rPr>
              <a:t>23CSR035 – Bhavadharani S</a:t>
            </a:r>
          </a:p>
          <a:p>
            <a:r>
              <a:rPr lang="en-IN" sz="2400" dirty="0">
                <a:solidFill>
                  <a:schemeClr val="tx1"/>
                </a:solidFill>
                <a:latin typeface="Times New Roman"/>
              </a:rPr>
              <a:t>23CSR039 – Deekshitaa R</a:t>
            </a:r>
            <a:endParaRPr lang="en-US" sz="2400" b="1" dirty="0">
              <a:solidFill>
                <a:schemeClr val="dk1"/>
              </a:solidFill>
              <a:latin typeface="Times New Roman"/>
              <a:cs typeface="Times New Roman"/>
            </a:endParaRPr>
          </a:p>
          <a:p>
            <a:pPr marL="12700">
              <a:buSzPts val="1800"/>
            </a:pPr>
            <a:r>
              <a:rPr lang="en-IN" sz="2400" dirty="0">
                <a:solidFill>
                  <a:schemeClr val="tx1"/>
                </a:solidFill>
                <a:latin typeface="Times New Roman"/>
              </a:rPr>
              <a:t>23CSR060 – Eniya S</a:t>
            </a:r>
            <a:endParaRPr lang="en-US" sz="2400" i="0" u="none" strike="noStrike" cap="none" dirty="0">
              <a:solidFill>
                <a:schemeClr val="dk1"/>
              </a:solidFill>
              <a:latin typeface="Times New Roman"/>
              <a:cs typeface="Times New Roman"/>
              <a:sym typeface="Arial"/>
            </a:endParaRPr>
          </a:p>
        </p:txBody>
      </p:sp>
      <p:sp>
        <p:nvSpPr>
          <p:cNvPr id="54" name="Google Shape;54;p1"/>
          <p:cNvSpPr txBox="1">
            <a:spLocks noGrp="1"/>
          </p:cNvSpPr>
          <p:nvPr>
            <p:ph type="title"/>
          </p:nvPr>
        </p:nvSpPr>
        <p:spPr>
          <a:xfrm>
            <a:off x="2698852" y="1287270"/>
            <a:ext cx="9298879" cy="1136709"/>
          </a:xfrm>
          <a:prstGeom prst="rect">
            <a:avLst/>
          </a:prstGeom>
          <a:noFill/>
          <a:ln>
            <a:noFill/>
          </a:ln>
        </p:spPr>
        <p:txBody>
          <a:bodyPr spcFirstLastPara="1" wrap="square" lIns="0" tIns="12700" rIns="0" bIns="0" anchor="t" anchorCtr="0">
            <a:noAutofit/>
          </a:bodyPr>
          <a:lstStyle/>
          <a:p>
            <a:pPr marL="12700" algn="ctr"/>
            <a:r>
              <a:rPr lang="en-IN" sz="3200" dirty="0">
                <a:latin typeface="Times New Roman" panose="02020603050405020304" pitchFamily="18" charset="0"/>
                <a:cs typeface="Times New Roman" panose="02020603050405020304" pitchFamily="18" charset="0"/>
              </a:rPr>
              <a:t>Machine Learning Based API Anomaly and Abuse Detection</a:t>
            </a:r>
            <a:br>
              <a:rPr lang="en-IN" sz="3200" dirty="0">
                <a:latin typeface="Times New Roman" panose="02020603050405020304" pitchFamily="18" charset="0"/>
                <a:cs typeface="Times New Roman" panose="02020603050405020304" pitchFamily="18" charset="0"/>
              </a:rPr>
            </a:br>
            <a:endParaRPr lang="en-US" sz="3200" b="1" u="sng" dirty="0">
              <a:solidFill>
                <a:srgbClr val="008000"/>
              </a:solidFill>
              <a:effectLst>
                <a:outerShdw blurRad="38100" dist="38100" dir="2700000" algn="tl">
                  <a:srgbClr val="000000">
                    <a:alpha val="43137"/>
                  </a:srgbClr>
                </a:outerShdw>
              </a:effectLst>
              <a:latin typeface="Times New Roman" panose="02020603050405020304" pitchFamily="18" charset="0"/>
              <a:ea typeface="Times New Roman"/>
              <a:cs typeface="Times New Roman" panose="02020603050405020304" pitchFamily="18" charset="0"/>
            </a:endParaRPr>
          </a:p>
        </p:txBody>
      </p:sp>
      <p:pic>
        <p:nvPicPr>
          <p:cNvPr id="3" name="Picture 2">
            <a:extLst>
              <a:ext uri="{FF2B5EF4-FFF2-40B4-BE49-F238E27FC236}">
                <a16:creationId xmlns:a16="http://schemas.microsoft.com/office/drawing/2014/main" id="{9C0A8F8C-D134-80A5-D8F4-A178D4470C21}"/>
              </a:ext>
            </a:extLst>
          </p:cNvPr>
          <p:cNvPicPr>
            <a:picLocks noChangeAspect="1"/>
          </p:cNvPicPr>
          <p:nvPr/>
        </p:nvPicPr>
        <p:blipFill>
          <a:blip r:embed="rId4"/>
          <a:stretch>
            <a:fillRect/>
          </a:stretch>
        </p:blipFill>
        <p:spPr>
          <a:xfrm>
            <a:off x="59039" y="1104807"/>
            <a:ext cx="2801839" cy="1398291"/>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650F7DAE-6F87-A16F-94ED-04C83928CA08}"/>
              </a:ext>
            </a:extLst>
          </p:cNvPr>
          <p:cNvSpPr>
            <a:spLocks noGrp="1"/>
          </p:cNvSpPr>
          <p:nvPr>
            <p:ph type="sldNum" idx="12"/>
          </p:nvPr>
        </p:nvSpPr>
        <p:spPr>
          <a:xfrm>
            <a:off x="11722537" y="6357593"/>
            <a:ext cx="245109" cy="281304"/>
          </a:xfrm>
        </p:spPr>
        <p:txBody>
          <a:bodyPr/>
          <a:lstStyle/>
          <a:p>
            <a:pPr marL="38100" lvl="0" indent="0" algn="l" rtl="0">
              <a:spcBef>
                <a:spcPts val="0"/>
              </a:spcBef>
              <a:spcAft>
                <a:spcPts val="0"/>
              </a:spcAft>
              <a:buNone/>
            </a:pPr>
            <a:fld id="{00000000-1234-1234-1234-123412341234}" type="slidenum">
              <a:rPr lang="en-US" smtClean="0"/>
              <a:t>2</a:t>
            </a:fld>
            <a:endParaRPr lang="en-US" dirty="0"/>
          </a:p>
        </p:txBody>
      </p:sp>
      <p:sp>
        <p:nvSpPr>
          <p:cNvPr id="6" name="Google Shape;73;g2588bb4af59_0_6">
            <a:extLst>
              <a:ext uri="{FF2B5EF4-FFF2-40B4-BE49-F238E27FC236}">
                <a16:creationId xmlns:a16="http://schemas.microsoft.com/office/drawing/2014/main" id="{71C0581B-B12A-171C-64A8-47F36DF5F67A}"/>
              </a:ext>
            </a:extLst>
          </p:cNvPr>
          <p:cNvSpPr txBox="1">
            <a:spLocks/>
          </p:cNvSpPr>
          <p:nvPr/>
        </p:nvSpPr>
        <p:spPr>
          <a:xfrm>
            <a:off x="3609261" y="81043"/>
            <a:ext cx="6007009" cy="505267"/>
          </a:xfrm>
          <a:prstGeom prst="rect">
            <a:avLst/>
          </a:prstGeom>
          <a:noFill/>
          <a:ln>
            <a:noFill/>
          </a:ln>
        </p:spPr>
        <p:txBody>
          <a:bodyPr spcFirstLastPara="1" wrap="square" lIns="0" tIns="12700" rIns="0" bIns="0" anchor="t" anchorCtr="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SzPts val="1400"/>
              <a:buFont typeface="Arial"/>
              <a:buNone/>
              <a:defRPr sz="64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pPr marL="12700" algn="ctr"/>
            <a:r>
              <a:rPr lang="en-IN" sz="3200" b="1" dirty="0">
                <a:latin typeface="Times New Roman" panose="02020603050405020304" pitchFamily="18" charset="0"/>
                <a:cs typeface="Times New Roman" panose="02020603050405020304" pitchFamily="18" charset="0"/>
              </a:rPr>
              <a:t>Problem Statement</a:t>
            </a:r>
          </a:p>
        </p:txBody>
      </p:sp>
      <p:sp>
        <p:nvSpPr>
          <p:cNvPr id="2" name="Rectangle 1">
            <a:extLst>
              <a:ext uri="{FF2B5EF4-FFF2-40B4-BE49-F238E27FC236}">
                <a16:creationId xmlns:a16="http://schemas.microsoft.com/office/drawing/2014/main" id="{AD9618E4-B710-75E7-A523-1CECAF46E303}"/>
              </a:ext>
            </a:extLst>
          </p:cNvPr>
          <p:cNvSpPr>
            <a:spLocks noChangeArrowheads="1"/>
          </p:cNvSpPr>
          <p:nvPr/>
        </p:nvSpPr>
        <p:spPr bwMode="auto">
          <a:xfrm>
            <a:off x="1205802" y="529093"/>
            <a:ext cx="10761844" cy="624786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en-IN" sz="2000" dirty="0">
              <a:latin typeface="Times New Roman" panose="02020603050405020304" pitchFamily="18" charset="0"/>
              <a:cs typeface="Times New Roman" panose="02020603050405020304" pitchFamily="18" charset="0"/>
            </a:endParaRPr>
          </a:p>
          <a:p>
            <a:r>
              <a:rPr lang="en-IN" sz="2000" dirty="0">
                <a:latin typeface="Times New Roman" panose="02020603050405020304" pitchFamily="18" charset="0"/>
                <a:cs typeface="Times New Roman" panose="02020603050405020304" pitchFamily="18" charset="0"/>
              </a:rPr>
              <a:t>Modern applications such as banking, e-commerce, social media, and cloud platforms heavily rely on APIs for communication between services.</a:t>
            </a:r>
          </a:p>
          <a:p>
            <a:r>
              <a:rPr lang="en-IN" sz="2000" dirty="0">
                <a:latin typeface="Times New Roman" panose="02020603050405020304" pitchFamily="18" charset="0"/>
                <a:cs typeface="Times New Roman" panose="02020603050405020304" pitchFamily="18" charset="0"/>
              </a:rPr>
              <a:t>As API traffic increases, APIs become prime targets for cyberattacks.</a:t>
            </a:r>
          </a:p>
          <a:p>
            <a:endParaRPr lang="en-IN" sz="2000" b="1" dirty="0">
              <a:latin typeface="Times New Roman" panose="02020603050405020304" pitchFamily="18" charset="0"/>
              <a:cs typeface="Times New Roman" panose="02020603050405020304" pitchFamily="18" charset="0"/>
            </a:endParaRPr>
          </a:p>
          <a:p>
            <a:r>
              <a:rPr lang="en-IN" sz="2000" b="1" dirty="0">
                <a:latin typeface="Times New Roman" panose="02020603050405020304" pitchFamily="18" charset="0"/>
                <a:cs typeface="Times New Roman" panose="02020603050405020304" pitchFamily="18" charset="0"/>
              </a:rPr>
              <a:t>Traditional security mechanisms such as IDS, IPS, and rule-based monitoring face several challenges:</a:t>
            </a:r>
          </a:p>
          <a:p>
            <a:pPr marL="342900" lvl="8" indent="-342900">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Unable to detect unknown or zero-day attacks. </a:t>
            </a:r>
          </a:p>
          <a:p>
            <a:pPr marL="342900" lvl="8" indent="-342900">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High false positive rates. </a:t>
            </a:r>
          </a:p>
          <a:p>
            <a:pPr marL="342900" lvl="8" indent="-342900">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Dependence on manually configured rules. </a:t>
            </a:r>
          </a:p>
          <a:p>
            <a:pPr marL="342900" lvl="8" indent="-342900">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Difficulty in adapting to evolving attack patterns. </a:t>
            </a:r>
          </a:p>
          <a:p>
            <a:pPr marL="342900" lvl="8" indent="-342900">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Limited behavioral analysis of API users.</a:t>
            </a:r>
          </a:p>
          <a:p>
            <a:r>
              <a:rPr lang="en-IN" sz="2000" b="1" dirty="0">
                <a:latin typeface="Times New Roman" panose="02020603050405020304" pitchFamily="18" charset="0"/>
                <a:cs typeface="Times New Roman" panose="02020603050405020304" pitchFamily="18" charset="0"/>
              </a:rPr>
              <a:t>Common API threats include:</a:t>
            </a:r>
          </a:p>
          <a:p>
            <a:pPr marL="342900" indent="-342900">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Credential stuffing </a:t>
            </a:r>
          </a:p>
          <a:p>
            <a:pPr marL="342900" indent="-342900">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Brute-force attacks </a:t>
            </a:r>
          </a:p>
          <a:p>
            <a:pPr marL="342900" indent="-342900">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API abuse </a:t>
            </a:r>
          </a:p>
          <a:p>
            <a:pPr marL="342900" indent="-342900">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Bot activity </a:t>
            </a:r>
          </a:p>
          <a:p>
            <a:pPr marL="342900" indent="-342900">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Unauthorized access </a:t>
            </a:r>
          </a:p>
          <a:p>
            <a:pPr marL="342900" indent="-342900">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DDoS attacks</a:t>
            </a:r>
          </a:p>
          <a:p>
            <a:endParaRPr lang="en-IN"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00395021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09EE11-AD43-C853-BD8E-505624615634}"/>
              </a:ext>
            </a:extLst>
          </p:cNvPr>
          <p:cNvSpPr>
            <a:spLocks noGrp="1"/>
          </p:cNvSpPr>
          <p:nvPr>
            <p:ph type="ctrTitle"/>
          </p:nvPr>
        </p:nvSpPr>
        <p:spPr>
          <a:xfrm>
            <a:off x="916188" y="457198"/>
            <a:ext cx="10363200" cy="553998"/>
          </a:xfrm>
        </p:spPr>
        <p:txBody>
          <a:bodyPr/>
          <a:lstStyle/>
          <a:p>
            <a:pPr algn="ctr"/>
            <a:r>
              <a:rPr lang="en-US" sz="3600" b="1" dirty="0">
                <a:latin typeface="Times New Roman" panose="02020603050405020304" pitchFamily="18" charset="0"/>
                <a:cs typeface="Times New Roman" panose="02020603050405020304" pitchFamily="18" charset="0"/>
              </a:rPr>
              <a:t>Literature Survey</a:t>
            </a:r>
            <a:endParaRPr lang="en-IN" sz="3600" b="1" dirty="0">
              <a:latin typeface="Times New Roman" panose="02020603050405020304" pitchFamily="18" charset="0"/>
              <a:cs typeface="Times New Roman" panose="02020603050405020304" pitchFamily="18" charset="0"/>
            </a:endParaRPr>
          </a:p>
        </p:txBody>
      </p:sp>
      <p:sp>
        <p:nvSpPr>
          <p:cNvPr id="4" name="Slide Number Placeholder 3">
            <a:extLst>
              <a:ext uri="{FF2B5EF4-FFF2-40B4-BE49-F238E27FC236}">
                <a16:creationId xmlns:a16="http://schemas.microsoft.com/office/drawing/2014/main" id="{D6900643-B4E1-CB42-F1D8-9FC64C0F9150}"/>
              </a:ext>
            </a:extLst>
          </p:cNvPr>
          <p:cNvSpPr>
            <a:spLocks noGrp="1"/>
          </p:cNvSpPr>
          <p:nvPr>
            <p:ph type="sldNum" idx="12"/>
          </p:nvPr>
        </p:nvSpPr>
        <p:spPr/>
        <p:txBody>
          <a:bodyPr/>
          <a:lstStyle/>
          <a:p>
            <a:pPr marL="38100" lvl="0" indent="0" algn="l" rtl="0">
              <a:spcBef>
                <a:spcPts val="0"/>
              </a:spcBef>
              <a:spcAft>
                <a:spcPts val="0"/>
              </a:spcAft>
              <a:buNone/>
            </a:pPr>
            <a:fld id="{00000000-1234-1234-1234-123412341234}" type="slidenum">
              <a:rPr lang="en-US" smtClean="0"/>
              <a:t>3</a:t>
            </a:fld>
            <a:endParaRPr lang="en-US"/>
          </a:p>
        </p:txBody>
      </p:sp>
      <p:graphicFrame>
        <p:nvGraphicFramePr>
          <p:cNvPr id="10" name="Table 9">
            <a:extLst>
              <a:ext uri="{FF2B5EF4-FFF2-40B4-BE49-F238E27FC236}">
                <a16:creationId xmlns:a16="http://schemas.microsoft.com/office/drawing/2014/main" id="{E21FB4A1-A83B-2818-87FB-0CB16A758E2A}"/>
              </a:ext>
            </a:extLst>
          </p:cNvPr>
          <p:cNvGraphicFramePr>
            <a:graphicFrameLocks noGrp="1"/>
          </p:cNvGraphicFramePr>
          <p:nvPr>
            <p:extLst>
              <p:ext uri="{D42A27DB-BD31-4B8C-83A1-F6EECF244321}">
                <p14:modId xmlns:p14="http://schemas.microsoft.com/office/powerpoint/2010/main" val="227997838"/>
              </p:ext>
            </p:extLst>
          </p:nvPr>
        </p:nvGraphicFramePr>
        <p:xfrm>
          <a:off x="916188" y="1297858"/>
          <a:ext cx="11098830" cy="4665410"/>
        </p:xfrm>
        <a:graphic>
          <a:graphicData uri="http://schemas.openxmlformats.org/drawingml/2006/table">
            <a:tbl>
              <a:tblPr firstRow="1" bandRow="1">
                <a:tableStyleId>{5940675A-B579-460E-94D1-54222C63F5DA}</a:tableStyleId>
              </a:tblPr>
              <a:tblGrid>
                <a:gridCol w="1630367">
                  <a:extLst>
                    <a:ext uri="{9D8B030D-6E8A-4147-A177-3AD203B41FA5}">
                      <a16:colId xmlns:a16="http://schemas.microsoft.com/office/drawing/2014/main" val="272230880"/>
                    </a:ext>
                  </a:extLst>
                </a:gridCol>
                <a:gridCol w="2192593">
                  <a:extLst>
                    <a:ext uri="{9D8B030D-6E8A-4147-A177-3AD203B41FA5}">
                      <a16:colId xmlns:a16="http://schemas.microsoft.com/office/drawing/2014/main" val="2470537038"/>
                    </a:ext>
                  </a:extLst>
                </a:gridCol>
                <a:gridCol w="2104104">
                  <a:extLst>
                    <a:ext uri="{9D8B030D-6E8A-4147-A177-3AD203B41FA5}">
                      <a16:colId xmlns:a16="http://schemas.microsoft.com/office/drawing/2014/main" val="2242205279"/>
                    </a:ext>
                  </a:extLst>
                </a:gridCol>
                <a:gridCol w="2952000">
                  <a:extLst>
                    <a:ext uri="{9D8B030D-6E8A-4147-A177-3AD203B41FA5}">
                      <a16:colId xmlns:a16="http://schemas.microsoft.com/office/drawing/2014/main" val="2574955280"/>
                    </a:ext>
                  </a:extLst>
                </a:gridCol>
                <a:gridCol w="2219766">
                  <a:extLst>
                    <a:ext uri="{9D8B030D-6E8A-4147-A177-3AD203B41FA5}">
                      <a16:colId xmlns:a16="http://schemas.microsoft.com/office/drawing/2014/main" val="3115075573"/>
                    </a:ext>
                  </a:extLst>
                </a:gridCol>
              </a:tblGrid>
              <a:tr h="412955">
                <a:tc>
                  <a:txBody>
                    <a:bodyPr/>
                    <a:lstStyle/>
                    <a:p>
                      <a:r>
                        <a:rPr lang="en-US" dirty="0" err="1"/>
                        <a:t>S.No</a:t>
                      </a:r>
                      <a:endParaRPr lang="en-IN" dirty="0"/>
                    </a:p>
                  </a:txBody>
                  <a:tcPr/>
                </a:tc>
                <a:tc>
                  <a:txBody>
                    <a:bodyPr/>
                    <a:lstStyle/>
                    <a:p>
                      <a:r>
                        <a:rPr lang="en-US" dirty="0" err="1"/>
                        <a:t>Authorr</a:t>
                      </a:r>
                      <a:r>
                        <a:rPr lang="en-US" dirty="0"/>
                        <a:t>(s)</a:t>
                      </a:r>
                      <a:endParaRPr lang="en-IN" dirty="0"/>
                    </a:p>
                  </a:txBody>
                  <a:tcPr/>
                </a:tc>
                <a:tc>
                  <a:txBody>
                    <a:bodyPr/>
                    <a:lstStyle/>
                    <a:p>
                      <a:r>
                        <a:rPr lang="en-US" dirty="0"/>
                        <a:t>Year</a:t>
                      </a:r>
                      <a:endParaRPr lang="en-IN" dirty="0"/>
                    </a:p>
                  </a:txBody>
                  <a:tcPr/>
                </a:tc>
                <a:tc>
                  <a:txBody>
                    <a:bodyPr/>
                    <a:lstStyle/>
                    <a:p>
                      <a:r>
                        <a:rPr lang="en-US" dirty="0"/>
                        <a:t>Title</a:t>
                      </a:r>
                      <a:endParaRPr lang="en-IN" dirty="0"/>
                    </a:p>
                  </a:txBody>
                  <a:tcPr/>
                </a:tc>
                <a:tc>
                  <a:txBody>
                    <a:bodyPr/>
                    <a:lstStyle/>
                    <a:p>
                      <a:r>
                        <a:rPr lang="en-US" dirty="0"/>
                        <a:t>Method</a:t>
                      </a:r>
                      <a:endParaRPr lang="en-IN" dirty="0"/>
                    </a:p>
                  </a:txBody>
                  <a:tcPr/>
                </a:tc>
                <a:extLst>
                  <a:ext uri="{0D108BD9-81ED-4DB2-BD59-A6C34878D82A}">
                    <a16:rowId xmlns:a16="http://schemas.microsoft.com/office/drawing/2014/main" val="122368919"/>
                  </a:ext>
                </a:extLst>
              </a:tr>
              <a:tr h="850491">
                <a:tc>
                  <a:txBody>
                    <a:bodyPr/>
                    <a:lstStyle/>
                    <a:p>
                      <a:endParaRPr lang="en-US" dirty="0"/>
                    </a:p>
                    <a:p>
                      <a:r>
                        <a:rPr lang="en-US" dirty="0"/>
                        <a:t>1</a:t>
                      </a:r>
                    </a:p>
                    <a:p>
                      <a:endParaRPr lang="en-IN" dirty="0"/>
                    </a:p>
                  </a:txBody>
                  <a:tcPr/>
                </a:tc>
                <a:tc>
                  <a:txBody>
                    <a:bodyPr/>
                    <a:lstStyle/>
                    <a:p>
                      <a:pPr>
                        <a:buNone/>
                      </a:pPr>
                      <a:r>
                        <a:rPr lang="en-IN" sz="2000" dirty="0" err="1">
                          <a:latin typeface="Times New Roman" panose="02020603050405020304" pitchFamily="18" charset="0"/>
                          <a:cs typeface="Times New Roman" panose="02020603050405020304" pitchFamily="18" charset="0"/>
                        </a:rPr>
                        <a:t>Alabri</a:t>
                      </a:r>
                      <a:r>
                        <a:rPr lang="en-IN" sz="2000" dirty="0">
                          <a:latin typeface="Times New Roman" panose="02020603050405020304" pitchFamily="18" charset="0"/>
                          <a:cs typeface="Times New Roman" panose="02020603050405020304" pitchFamily="18" charset="0"/>
                        </a:rPr>
                        <a:t> et al.</a:t>
                      </a:r>
                    </a:p>
                  </a:txBody>
                  <a:tcPr anchor="ctr"/>
                </a:tc>
                <a:tc>
                  <a:txBody>
                    <a:bodyPr/>
                    <a:lstStyle/>
                    <a:p>
                      <a:endParaRPr lang="en-US" dirty="0"/>
                    </a:p>
                    <a:p>
                      <a:r>
                        <a:rPr lang="en-IN" sz="2000" dirty="0">
                          <a:latin typeface="Times New Roman" panose="02020603050405020304" pitchFamily="18" charset="0"/>
                          <a:cs typeface="Times New Roman" panose="02020603050405020304" pitchFamily="18" charset="0"/>
                        </a:rPr>
                        <a:t>2026</a:t>
                      </a:r>
                    </a:p>
                  </a:txBody>
                  <a:tcPr/>
                </a:tc>
                <a:tc>
                  <a:txBody>
                    <a:bodyPr/>
                    <a:lstStyle/>
                    <a:p>
                      <a:r>
                        <a:rPr lang="en-IN" sz="1600" dirty="0">
                          <a:latin typeface="Times New Roman" panose="02020603050405020304" pitchFamily="18" charset="0"/>
                          <a:cs typeface="Times New Roman" panose="02020603050405020304" pitchFamily="18" charset="0"/>
                        </a:rPr>
                        <a:t>Explainable Generative AI Framework for Detecting Low-Rate API-Based DDoS Attacks</a:t>
                      </a:r>
                    </a:p>
                  </a:txBody>
                  <a:tcPr/>
                </a:tc>
                <a:tc>
                  <a:txBody>
                    <a:bodyPr/>
                    <a:lstStyle/>
                    <a:p>
                      <a:r>
                        <a:rPr lang="en-IN" sz="1600" dirty="0">
                          <a:latin typeface="Times New Roman" panose="02020603050405020304" pitchFamily="18" charset="0"/>
                          <a:cs typeface="Times New Roman" panose="02020603050405020304" pitchFamily="18" charset="0"/>
                        </a:rPr>
                        <a:t>WGAN-GP, Attention-LSTM, SHAP</a:t>
                      </a:r>
                    </a:p>
                  </a:txBody>
                  <a:tcPr/>
                </a:tc>
                <a:extLst>
                  <a:ext uri="{0D108BD9-81ED-4DB2-BD59-A6C34878D82A}">
                    <a16:rowId xmlns:a16="http://schemas.microsoft.com/office/drawing/2014/main" val="3243492550"/>
                  </a:ext>
                </a:extLst>
              </a:tr>
              <a:tr h="850491">
                <a:tc>
                  <a:txBody>
                    <a:bodyPr/>
                    <a:lstStyle/>
                    <a:p>
                      <a:endParaRPr lang="en-US" dirty="0"/>
                    </a:p>
                    <a:p>
                      <a:r>
                        <a:rPr lang="en-IN" dirty="0"/>
                        <a:t>2</a:t>
                      </a:r>
                    </a:p>
                  </a:txBody>
                  <a:tcPr/>
                </a:tc>
                <a:tc>
                  <a:txBody>
                    <a:bodyPr/>
                    <a:lstStyle/>
                    <a:p>
                      <a:pPr>
                        <a:buNone/>
                      </a:pPr>
                      <a:r>
                        <a:rPr lang="en-IN" sz="2000" dirty="0">
                          <a:latin typeface="Times New Roman" panose="02020603050405020304" pitchFamily="18" charset="0"/>
                          <a:cs typeface="Times New Roman" panose="02020603050405020304" pitchFamily="18" charset="0"/>
                        </a:rPr>
                        <a:t>Udi Aharon et al.</a:t>
                      </a:r>
                    </a:p>
                  </a:txBody>
                  <a:tcPr anchor="ctr"/>
                </a:tc>
                <a:tc>
                  <a:txBody>
                    <a:bodyPr/>
                    <a:lstStyle/>
                    <a:p>
                      <a:endParaRPr lang="en-US" dirty="0"/>
                    </a:p>
                    <a:p>
                      <a:r>
                        <a:rPr lang="en-IN" sz="2000" dirty="0">
                          <a:latin typeface="Times New Roman" panose="02020603050405020304" pitchFamily="18" charset="0"/>
                          <a:cs typeface="Times New Roman" panose="02020603050405020304" pitchFamily="18" charset="0"/>
                        </a:rPr>
                        <a:t>2025</a:t>
                      </a:r>
                    </a:p>
                  </a:txBody>
                  <a:tcPr/>
                </a:tc>
                <a:tc>
                  <a:txBody>
                    <a:bodyPr/>
                    <a:lstStyle/>
                    <a:p>
                      <a:r>
                        <a:rPr lang="en-IN" sz="1600" dirty="0">
                          <a:latin typeface="Times New Roman" panose="02020603050405020304" pitchFamily="18" charset="0"/>
                          <a:cs typeface="Times New Roman" panose="02020603050405020304" pitchFamily="18" charset="0"/>
                        </a:rPr>
                        <a:t>Few-Shot Anomaly Detection to Detect API Injection</a:t>
                      </a:r>
                    </a:p>
                  </a:txBody>
                  <a:tcPr/>
                </a:tc>
                <a:tc>
                  <a:txBody>
                    <a:bodyPr/>
                    <a:lstStyle/>
                    <a:p>
                      <a:r>
                        <a:rPr lang="en-IN" sz="1600" dirty="0" err="1">
                          <a:latin typeface="Times New Roman" panose="02020603050405020304" pitchFamily="18" charset="0"/>
                          <a:cs typeface="Times New Roman" panose="02020603050405020304" pitchFamily="18" charset="0"/>
                        </a:rPr>
                        <a:t>FastText</a:t>
                      </a:r>
                      <a:r>
                        <a:rPr lang="en-IN" sz="1600" dirty="0">
                          <a:latin typeface="Times New Roman" panose="02020603050405020304" pitchFamily="18" charset="0"/>
                          <a:cs typeface="Times New Roman" panose="02020603050405020304" pitchFamily="18" charset="0"/>
                        </a:rPr>
                        <a:t>, ANN Search</a:t>
                      </a:r>
                    </a:p>
                  </a:txBody>
                  <a:tcPr/>
                </a:tc>
                <a:extLst>
                  <a:ext uri="{0D108BD9-81ED-4DB2-BD59-A6C34878D82A}">
                    <a16:rowId xmlns:a16="http://schemas.microsoft.com/office/drawing/2014/main" val="3925955048"/>
                  </a:ext>
                </a:extLst>
              </a:tr>
              <a:tr h="850491">
                <a:tc>
                  <a:txBody>
                    <a:bodyPr/>
                    <a:lstStyle/>
                    <a:p>
                      <a:endParaRPr lang="en-US" dirty="0"/>
                    </a:p>
                    <a:p>
                      <a:r>
                        <a:rPr lang="en-IN" dirty="0"/>
                        <a:t>3</a:t>
                      </a:r>
                    </a:p>
                  </a:txBody>
                  <a:tcPr/>
                </a:tc>
                <a:tc>
                  <a:txBody>
                    <a:bodyPr/>
                    <a:lstStyle/>
                    <a:p>
                      <a:endParaRPr lang="en-US" dirty="0"/>
                    </a:p>
                    <a:p>
                      <a:r>
                        <a:rPr lang="en-IN" sz="2000" dirty="0">
                          <a:latin typeface="Times New Roman" panose="02020603050405020304" pitchFamily="18" charset="0"/>
                          <a:cs typeface="Times New Roman" panose="02020603050405020304" pitchFamily="18" charset="0"/>
                        </a:rPr>
                        <a:t>Yu Nie et al.</a:t>
                      </a:r>
                    </a:p>
                  </a:txBody>
                  <a:tcPr/>
                </a:tc>
                <a:tc>
                  <a:txBody>
                    <a:bodyPr/>
                    <a:lstStyle/>
                    <a:p>
                      <a:endParaRPr lang="en-US" dirty="0"/>
                    </a:p>
                    <a:p>
                      <a:r>
                        <a:rPr lang="en-IN" sz="2000" dirty="0">
                          <a:latin typeface="Times New Roman" panose="02020603050405020304" pitchFamily="18" charset="0"/>
                          <a:cs typeface="Times New Roman" panose="02020603050405020304" pitchFamily="18" charset="0"/>
                        </a:rPr>
                        <a:t>2025</a:t>
                      </a:r>
                    </a:p>
                  </a:txBody>
                  <a:tcPr/>
                </a:tc>
                <a:tc>
                  <a:txBody>
                    <a:bodyPr/>
                    <a:lstStyle/>
                    <a:p>
                      <a:r>
                        <a:rPr lang="en-IN" sz="1600" dirty="0" err="1">
                          <a:latin typeface="Times New Roman" panose="02020603050405020304" pitchFamily="18" charset="0"/>
                          <a:cs typeface="Times New Roman" panose="02020603050405020304" pitchFamily="18" charset="0"/>
                        </a:rPr>
                        <a:t>WAScope</a:t>
                      </a:r>
                      <a:r>
                        <a:rPr lang="en-IN" sz="1600" dirty="0">
                          <a:latin typeface="Times New Roman" panose="02020603050405020304" pitchFamily="18" charset="0"/>
                          <a:cs typeface="Times New Roman" panose="02020603050405020304" pitchFamily="18" charset="0"/>
                        </a:rPr>
                        <a:t>: Detecting Privacy Data Leakage with API Confusion</a:t>
                      </a:r>
                    </a:p>
                  </a:txBody>
                  <a:tcPr/>
                </a:tc>
                <a:tc>
                  <a:txBody>
                    <a:bodyPr/>
                    <a:lstStyle/>
                    <a:p>
                      <a:r>
                        <a:rPr lang="en-IN" sz="1600" dirty="0">
                          <a:latin typeface="Times New Roman" panose="02020603050405020304" pitchFamily="18" charset="0"/>
                          <a:cs typeface="Times New Roman" panose="02020603050405020304" pitchFamily="18" charset="0"/>
                        </a:rPr>
                        <a:t>Dynamic Analysis</a:t>
                      </a:r>
                    </a:p>
                  </a:txBody>
                  <a:tcPr/>
                </a:tc>
                <a:extLst>
                  <a:ext uri="{0D108BD9-81ED-4DB2-BD59-A6C34878D82A}">
                    <a16:rowId xmlns:a16="http://schemas.microsoft.com/office/drawing/2014/main" val="2505212529"/>
                  </a:ext>
                </a:extLst>
              </a:tr>
              <a:tr h="850491">
                <a:tc>
                  <a:txBody>
                    <a:bodyPr/>
                    <a:lstStyle/>
                    <a:p>
                      <a:endParaRPr lang="en-US" dirty="0"/>
                    </a:p>
                    <a:p>
                      <a:r>
                        <a:rPr lang="en-IN" dirty="0"/>
                        <a:t>4</a:t>
                      </a:r>
                    </a:p>
                  </a:txBody>
                  <a:tcPr/>
                </a:tc>
                <a:tc>
                  <a:txBody>
                    <a:bodyPr/>
                    <a:lstStyle/>
                    <a:p>
                      <a:pPr>
                        <a:buNone/>
                      </a:pPr>
                      <a:r>
                        <a:rPr lang="en-IN" sz="2000" dirty="0">
                          <a:latin typeface="Times New Roman" panose="02020603050405020304" pitchFamily="18" charset="0"/>
                          <a:cs typeface="Times New Roman" panose="02020603050405020304" pitchFamily="18" charset="0"/>
                        </a:rPr>
                        <a:t>Batchu &amp; Seetha</a:t>
                      </a:r>
                    </a:p>
                  </a:txBody>
                  <a:tcPr anchor="ctr"/>
                </a:tc>
                <a:tc>
                  <a:txBody>
                    <a:bodyPr/>
                    <a:lstStyle/>
                    <a:p>
                      <a:endParaRPr lang="en-US" dirty="0"/>
                    </a:p>
                    <a:p>
                      <a:r>
                        <a:rPr lang="en-IN" sz="2000" dirty="0">
                          <a:latin typeface="Times New Roman" panose="02020603050405020304" pitchFamily="18" charset="0"/>
                          <a:cs typeface="Times New Roman" panose="02020603050405020304" pitchFamily="18" charset="0"/>
                        </a:rPr>
                        <a:t>2022</a:t>
                      </a:r>
                    </a:p>
                  </a:txBody>
                  <a:tcPr/>
                </a:tc>
                <a:tc>
                  <a:txBody>
                    <a:bodyPr/>
                    <a:lstStyle/>
                    <a:p>
                      <a:r>
                        <a:rPr lang="en-IN" sz="1600" dirty="0">
                          <a:latin typeface="Times New Roman" panose="02020603050405020304" pitchFamily="18" charset="0"/>
                          <a:cs typeface="Times New Roman" panose="02020603050405020304" pitchFamily="18" charset="0"/>
                        </a:rPr>
                        <a:t>WGAN-based DDoS Detection</a:t>
                      </a:r>
                    </a:p>
                  </a:txBody>
                  <a:tcPr/>
                </a:tc>
                <a:tc>
                  <a:txBody>
                    <a:bodyPr/>
                    <a:lstStyle/>
                    <a:p>
                      <a:r>
                        <a:rPr lang="en-IN" sz="1600" dirty="0">
                          <a:latin typeface="Times New Roman" panose="02020603050405020304" pitchFamily="18" charset="0"/>
                          <a:cs typeface="Times New Roman" panose="02020603050405020304" pitchFamily="18" charset="0"/>
                        </a:rPr>
                        <a:t>WGAN + Deep Learning</a:t>
                      </a:r>
                    </a:p>
                  </a:txBody>
                  <a:tcPr/>
                </a:tc>
                <a:extLst>
                  <a:ext uri="{0D108BD9-81ED-4DB2-BD59-A6C34878D82A}">
                    <a16:rowId xmlns:a16="http://schemas.microsoft.com/office/drawing/2014/main" val="2244066212"/>
                  </a:ext>
                </a:extLst>
              </a:tr>
              <a:tr h="850491">
                <a:tc>
                  <a:txBody>
                    <a:bodyPr/>
                    <a:lstStyle/>
                    <a:p>
                      <a:endParaRPr lang="en-US" dirty="0"/>
                    </a:p>
                    <a:p>
                      <a:r>
                        <a:rPr lang="en-IN" dirty="0"/>
                        <a:t>5</a:t>
                      </a:r>
                    </a:p>
                  </a:txBody>
                  <a:tcPr/>
                </a:tc>
                <a:tc>
                  <a:txBody>
                    <a:bodyPr/>
                    <a:lstStyle/>
                    <a:p>
                      <a:endParaRPr lang="en-US" dirty="0"/>
                    </a:p>
                    <a:p>
                      <a:r>
                        <a:rPr lang="en-IN" sz="2000" dirty="0">
                          <a:latin typeface="Times New Roman" panose="02020603050405020304" pitchFamily="18" charset="0"/>
                          <a:cs typeface="Times New Roman" panose="02020603050405020304" pitchFamily="18" charset="0"/>
                        </a:rPr>
                        <a:t>Shieh et al</a:t>
                      </a:r>
                    </a:p>
                  </a:txBody>
                  <a:tcPr/>
                </a:tc>
                <a:tc>
                  <a:txBody>
                    <a:bodyPr/>
                    <a:lstStyle/>
                    <a:p>
                      <a:endParaRPr lang="en-US" dirty="0"/>
                    </a:p>
                    <a:p>
                      <a:r>
                        <a:rPr lang="en-US" sz="2000" dirty="0">
                          <a:latin typeface="Times New Roman" panose="02020603050405020304" pitchFamily="18" charset="0"/>
                          <a:cs typeface="Times New Roman" panose="02020603050405020304" pitchFamily="18" charset="0"/>
                        </a:rPr>
                        <a:t>2023</a:t>
                      </a:r>
                      <a:endParaRPr lang="en-IN" sz="2000" dirty="0">
                        <a:latin typeface="Times New Roman" panose="02020603050405020304" pitchFamily="18" charset="0"/>
                        <a:cs typeface="Times New Roman" panose="02020603050405020304" pitchFamily="18" charset="0"/>
                      </a:endParaRPr>
                    </a:p>
                  </a:txBody>
                  <a:tcPr/>
                </a:tc>
                <a:tc>
                  <a:txBody>
                    <a:bodyPr/>
                    <a:lstStyle/>
                    <a:p>
                      <a:r>
                        <a:rPr lang="en-IN" sz="1600" dirty="0">
                          <a:latin typeface="Times New Roman" panose="02020603050405020304" pitchFamily="18" charset="0"/>
                          <a:cs typeface="Times New Roman" panose="02020603050405020304" pitchFamily="18" charset="0"/>
                        </a:rPr>
                        <a:t>GANDD Framework for DDoS Detection</a:t>
                      </a:r>
                    </a:p>
                  </a:txBody>
                  <a:tcPr/>
                </a:tc>
                <a:tc>
                  <a:txBody>
                    <a:bodyPr/>
                    <a:lstStyle/>
                    <a:p>
                      <a:r>
                        <a:rPr lang="en-IN" sz="1600" dirty="0">
                          <a:latin typeface="Times New Roman" panose="02020603050405020304" pitchFamily="18" charset="0"/>
                          <a:cs typeface="Times New Roman" panose="02020603050405020304" pitchFamily="18" charset="0"/>
                        </a:rPr>
                        <a:t>GAN + Deep Neural Network</a:t>
                      </a:r>
                    </a:p>
                  </a:txBody>
                  <a:tcPr/>
                </a:tc>
                <a:extLst>
                  <a:ext uri="{0D108BD9-81ED-4DB2-BD59-A6C34878D82A}">
                    <a16:rowId xmlns:a16="http://schemas.microsoft.com/office/drawing/2014/main" val="50873523"/>
                  </a:ext>
                </a:extLst>
              </a:tr>
            </a:tbl>
          </a:graphicData>
        </a:graphic>
      </p:graphicFrame>
    </p:spTree>
    <p:extLst>
      <p:ext uri="{BB962C8B-B14F-4D97-AF65-F5344CB8AC3E}">
        <p14:creationId xmlns:p14="http://schemas.microsoft.com/office/powerpoint/2010/main" val="81245463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32C7E0-69B4-F9C3-B8E6-C27DC50D22A2}"/>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87E249C8-AF18-4336-96DE-852A08E149E1}"/>
              </a:ext>
            </a:extLst>
          </p:cNvPr>
          <p:cNvSpPr>
            <a:spLocks noGrp="1"/>
          </p:cNvSpPr>
          <p:nvPr>
            <p:ph type="sldNum" idx="12"/>
          </p:nvPr>
        </p:nvSpPr>
        <p:spPr>
          <a:xfrm>
            <a:off x="11722537" y="6357593"/>
            <a:ext cx="245109" cy="281304"/>
          </a:xfrm>
        </p:spPr>
        <p:txBody>
          <a:bodyPr/>
          <a:lstStyle/>
          <a:p>
            <a:pPr marL="38100" lvl="0" indent="0" algn="l" rtl="0">
              <a:spcBef>
                <a:spcPts val="0"/>
              </a:spcBef>
              <a:spcAft>
                <a:spcPts val="0"/>
              </a:spcAft>
              <a:buNone/>
            </a:pPr>
            <a:fld id="{00000000-1234-1234-1234-123412341234}" type="slidenum">
              <a:rPr lang="en-US" smtClean="0"/>
              <a:t>4</a:t>
            </a:fld>
            <a:endParaRPr lang="en-US" dirty="0"/>
          </a:p>
        </p:txBody>
      </p:sp>
      <p:graphicFrame>
        <p:nvGraphicFramePr>
          <p:cNvPr id="2" name="Table 1">
            <a:extLst>
              <a:ext uri="{FF2B5EF4-FFF2-40B4-BE49-F238E27FC236}">
                <a16:creationId xmlns:a16="http://schemas.microsoft.com/office/drawing/2014/main" id="{9E3CA257-F6F3-CD5E-3785-1691881DF64F}"/>
              </a:ext>
            </a:extLst>
          </p:cNvPr>
          <p:cNvGraphicFramePr>
            <a:graphicFrameLocks noGrp="1"/>
          </p:cNvGraphicFramePr>
          <p:nvPr>
            <p:extLst>
              <p:ext uri="{D42A27DB-BD31-4B8C-83A1-F6EECF244321}">
                <p14:modId xmlns:p14="http://schemas.microsoft.com/office/powerpoint/2010/main" val="1020150619"/>
              </p:ext>
            </p:extLst>
          </p:nvPr>
        </p:nvGraphicFramePr>
        <p:xfrm>
          <a:off x="1052052" y="473245"/>
          <a:ext cx="10915594" cy="5884348"/>
        </p:xfrm>
        <a:graphic>
          <a:graphicData uri="http://schemas.openxmlformats.org/drawingml/2006/table">
            <a:tbl>
              <a:tblPr firstRow="1" bandRow="1">
                <a:tableStyleId>{5940675A-B579-460E-94D1-54222C63F5DA}</a:tableStyleId>
              </a:tblPr>
              <a:tblGrid>
                <a:gridCol w="1603450">
                  <a:extLst>
                    <a:ext uri="{9D8B030D-6E8A-4147-A177-3AD203B41FA5}">
                      <a16:colId xmlns:a16="http://schemas.microsoft.com/office/drawing/2014/main" val="1843462395"/>
                    </a:ext>
                  </a:extLst>
                </a:gridCol>
                <a:gridCol w="2156395">
                  <a:extLst>
                    <a:ext uri="{9D8B030D-6E8A-4147-A177-3AD203B41FA5}">
                      <a16:colId xmlns:a16="http://schemas.microsoft.com/office/drawing/2014/main" val="3078284930"/>
                    </a:ext>
                  </a:extLst>
                </a:gridCol>
                <a:gridCol w="2069366">
                  <a:extLst>
                    <a:ext uri="{9D8B030D-6E8A-4147-A177-3AD203B41FA5}">
                      <a16:colId xmlns:a16="http://schemas.microsoft.com/office/drawing/2014/main" val="2981383482"/>
                    </a:ext>
                  </a:extLst>
                </a:gridCol>
                <a:gridCol w="2903264">
                  <a:extLst>
                    <a:ext uri="{9D8B030D-6E8A-4147-A177-3AD203B41FA5}">
                      <a16:colId xmlns:a16="http://schemas.microsoft.com/office/drawing/2014/main" val="1527045845"/>
                    </a:ext>
                  </a:extLst>
                </a:gridCol>
                <a:gridCol w="2183119">
                  <a:extLst>
                    <a:ext uri="{9D8B030D-6E8A-4147-A177-3AD203B41FA5}">
                      <a16:colId xmlns:a16="http://schemas.microsoft.com/office/drawing/2014/main" val="46047579"/>
                    </a:ext>
                  </a:extLst>
                </a:gridCol>
              </a:tblGrid>
              <a:tr h="520848">
                <a:tc>
                  <a:txBody>
                    <a:bodyPr/>
                    <a:lstStyle/>
                    <a:p>
                      <a:r>
                        <a:rPr lang="en-US" dirty="0" err="1"/>
                        <a:t>S.No</a:t>
                      </a:r>
                      <a:endParaRPr lang="en-IN" dirty="0"/>
                    </a:p>
                  </a:txBody>
                  <a:tcPr/>
                </a:tc>
                <a:tc>
                  <a:txBody>
                    <a:bodyPr/>
                    <a:lstStyle/>
                    <a:p>
                      <a:r>
                        <a:rPr lang="en-US" dirty="0" err="1"/>
                        <a:t>Authorr</a:t>
                      </a:r>
                      <a:r>
                        <a:rPr lang="en-US" dirty="0"/>
                        <a:t>(s)</a:t>
                      </a:r>
                      <a:endParaRPr lang="en-IN" dirty="0"/>
                    </a:p>
                  </a:txBody>
                  <a:tcPr/>
                </a:tc>
                <a:tc>
                  <a:txBody>
                    <a:bodyPr/>
                    <a:lstStyle/>
                    <a:p>
                      <a:r>
                        <a:rPr lang="en-US" dirty="0"/>
                        <a:t>Year</a:t>
                      </a:r>
                      <a:endParaRPr lang="en-IN" dirty="0"/>
                    </a:p>
                  </a:txBody>
                  <a:tcPr/>
                </a:tc>
                <a:tc>
                  <a:txBody>
                    <a:bodyPr/>
                    <a:lstStyle/>
                    <a:p>
                      <a:r>
                        <a:rPr lang="en-US" dirty="0"/>
                        <a:t>Title</a:t>
                      </a:r>
                      <a:endParaRPr lang="en-IN" dirty="0"/>
                    </a:p>
                  </a:txBody>
                  <a:tcPr/>
                </a:tc>
                <a:tc>
                  <a:txBody>
                    <a:bodyPr/>
                    <a:lstStyle/>
                    <a:p>
                      <a:r>
                        <a:rPr lang="en-US" dirty="0"/>
                        <a:t>Method</a:t>
                      </a:r>
                      <a:endParaRPr lang="en-IN" dirty="0"/>
                    </a:p>
                  </a:txBody>
                  <a:tcPr/>
                </a:tc>
                <a:extLst>
                  <a:ext uri="{0D108BD9-81ED-4DB2-BD59-A6C34878D82A}">
                    <a16:rowId xmlns:a16="http://schemas.microsoft.com/office/drawing/2014/main" val="374331662"/>
                  </a:ext>
                </a:extLst>
              </a:tr>
              <a:tr h="1072700">
                <a:tc>
                  <a:txBody>
                    <a:bodyPr/>
                    <a:lstStyle/>
                    <a:p>
                      <a:endParaRPr lang="en-US" dirty="0"/>
                    </a:p>
                    <a:p>
                      <a:r>
                        <a:rPr lang="en-US" dirty="0"/>
                        <a:t>6</a:t>
                      </a:r>
                    </a:p>
                    <a:p>
                      <a:endParaRPr lang="en-IN" dirty="0"/>
                    </a:p>
                  </a:txBody>
                  <a:tcPr/>
                </a:tc>
                <a:tc>
                  <a:txBody>
                    <a:bodyPr/>
                    <a:lstStyle/>
                    <a:p>
                      <a:pPr>
                        <a:buNone/>
                      </a:pPr>
                      <a:r>
                        <a:rPr lang="en-IN" sz="2000" dirty="0">
                          <a:latin typeface="Times New Roman" panose="02020603050405020304" pitchFamily="18" charset="0"/>
                          <a:cs typeface="Times New Roman" panose="02020603050405020304" pitchFamily="18" charset="0"/>
                        </a:rPr>
                        <a:t>Kumar et al</a:t>
                      </a:r>
                    </a:p>
                  </a:txBody>
                  <a:tcPr anchor="ctr"/>
                </a:tc>
                <a:tc>
                  <a:txBody>
                    <a:bodyPr/>
                    <a:lstStyle/>
                    <a:p>
                      <a:endParaRPr lang="en-US" dirty="0"/>
                    </a:p>
                    <a:p>
                      <a:r>
                        <a:rPr lang="en-IN" sz="2000" dirty="0">
                          <a:latin typeface="Times New Roman" panose="02020603050405020304" pitchFamily="18" charset="0"/>
                          <a:cs typeface="Times New Roman" panose="02020603050405020304" pitchFamily="18" charset="0"/>
                        </a:rPr>
                        <a:t>2024</a:t>
                      </a:r>
                    </a:p>
                  </a:txBody>
                  <a:tcPr/>
                </a:tc>
                <a:tc>
                  <a:txBody>
                    <a:bodyPr/>
                    <a:lstStyle/>
                    <a:p>
                      <a:r>
                        <a:rPr lang="en-IN" sz="1600" dirty="0">
                          <a:latin typeface="Times New Roman" panose="02020603050405020304" pitchFamily="18" charset="0"/>
                          <a:cs typeface="Times New Roman" panose="02020603050405020304" pitchFamily="18" charset="0"/>
                        </a:rPr>
                        <a:t>Explainable DDoS Detection Framework</a:t>
                      </a:r>
                    </a:p>
                  </a:txBody>
                  <a:tcPr/>
                </a:tc>
                <a:tc>
                  <a:txBody>
                    <a:bodyPr/>
                    <a:lstStyle/>
                    <a:p>
                      <a:r>
                        <a:rPr lang="en-IN" sz="1600" dirty="0">
                          <a:latin typeface="Times New Roman" panose="02020603050405020304" pitchFamily="18" charset="0"/>
                          <a:cs typeface="Times New Roman" panose="02020603050405020304" pitchFamily="18" charset="0"/>
                        </a:rPr>
                        <a:t>Transformer + SHAP</a:t>
                      </a:r>
                    </a:p>
                  </a:txBody>
                  <a:tcPr/>
                </a:tc>
                <a:extLst>
                  <a:ext uri="{0D108BD9-81ED-4DB2-BD59-A6C34878D82A}">
                    <a16:rowId xmlns:a16="http://schemas.microsoft.com/office/drawing/2014/main" val="2191492345"/>
                  </a:ext>
                </a:extLst>
              </a:tr>
              <a:tr h="1072700">
                <a:tc>
                  <a:txBody>
                    <a:bodyPr/>
                    <a:lstStyle/>
                    <a:p>
                      <a:endParaRPr lang="en-US" dirty="0"/>
                    </a:p>
                    <a:p>
                      <a:r>
                        <a:rPr lang="en-IN" dirty="0"/>
                        <a:t>7</a:t>
                      </a:r>
                    </a:p>
                  </a:txBody>
                  <a:tcPr/>
                </a:tc>
                <a:tc>
                  <a:txBody>
                    <a:bodyPr/>
                    <a:lstStyle/>
                    <a:p>
                      <a:pPr>
                        <a:buNone/>
                      </a:pPr>
                      <a:r>
                        <a:rPr lang="en-IN" sz="2000" dirty="0">
                          <a:latin typeface="Times New Roman" panose="02020603050405020304" pitchFamily="18" charset="0"/>
                          <a:cs typeface="Times New Roman" panose="02020603050405020304" pitchFamily="18" charset="0"/>
                        </a:rPr>
                        <a:t>Reddy &amp; Rudra</a:t>
                      </a:r>
                    </a:p>
                  </a:txBody>
                  <a:tcPr anchor="ctr"/>
                </a:tc>
                <a:tc>
                  <a:txBody>
                    <a:bodyPr/>
                    <a:lstStyle/>
                    <a:p>
                      <a:endParaRPr lang="en-US" dirty="0"/>
                    </a:p>
                    <a:p>
                      <a:r>
                        <a:rPr lang="en-IN" sz="2000" dirty="0">
                          <a:latin typeface="Times New Roman" panose="02020603050405020304" pitchFamily="18" charset="0"/>
                          <a:cs typeface="Times New Roman" panose="02020603050405020304" pitchFamily="18" charset="0"/>
                        </a:rPr>
                        <a:t>2021</a:t>
                      </a:r>
                    </a:p>
                  </a:txBody>
                  <a:tcPr/>
                </a:tc>
                <a:tc>
                  <a:txBody>
                    <a:bodyPr/>
                    <a:lstStyle/>
                    <a:p>
                      <a:r>
                        <a:rPr lang="en-IN" sz="1600" dirty="0">
                          <a:latin typeface="Times New Roman" panose="02020603050405020304" pitchFamily="18" charset="0"/>
                          <a:cs typeface="Times New Roman" panose="02020603050405020304" pitchFamily="18" charset="0"/>
                        </a:rPr>
                        <a:t>API Injection Detection</a:t>
                      </a:r>
                    </a:p>
                  </a:txBody>
                  <a:tcPr/>
                </a:tc>
                <a:tc>
                  <a:txBody>
                    <a:bodyPr/>
                    <a:lstStyle/>
                    <a:p>
                      <a:r>
                        <a:rPr lang="en-US" sz="1600" dirty="0">
                          <a:latin typeface="Times New Roman" panose="02020603050405020304" pitchFamily="18" charset="0"/>
                          <a:cs typeface="Times New Roman" panose="02020603050405020304" pitchFamily="18" charset="0"/>
                        </a:rPr>
                        <a:t>RNN</a:t>
                      </a:r>
                      <a:endParaRPr lang="en-IN" sz="16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697189710"/>
                  </a:ext>
                </a:extLst>
              </a:tr>
              <a:tr h="1072700">
                <a:tc>
                  <a:txBody>
                    <a:bodyPr/>
                    <a:lstStyle/>
                    <a:p>
                      <a:endParaRPr lang="en-US" dirty="0"/>
                    </a:p>
                    <a:p>
                      <a:r>
                        <a:rPr lang="en-IN" dirty="0"/>
                        <a:t>8</a:t>
                      </a:r>
                    </a:p>
                  </a:txBody>
                  <a:tcPr/>
                </a:tc>
                <a:tc>
                  <a:txBody>
                    <a:bodyPr/>
                    <a:lstStyle/>
                    <a:p>
                      <a:endParaRPr lang="en-US" dirty="0"/>
                    </a:p>
                    <a:p>
                      <a:r>
                        <a:rPr lang="en-IN" sz="2000" dirty="0">
                          <a:latin typeface="Times New Roman" panose="02020603050405020304" pitchFamily="18" charset="0"/>
                          <a:cs typeface="Times New Roman" panose="02020603050405020304" pitchFamily="18" charset="0"/>
                        </a:rPr>
                        <a:t>Jemal et al.</a:t>
                      </a:r>
                    </a:p>
                  </a:txBody>
                  <a:tcPr/>
                </a:tc>
                <a:tc>
                  <a:txBody>
                    <a:bodyPr/>
                    <a:lstStyle/>
                    <a:p>
                      <a:endParaRPr lang="en-US" dirty="0"/>
                    </a:p>
                    <a:p>
                      <a:r>
                        <a:rPr lang="en-IN" sz="2000" dirty="0">
                          <a:latin typeface="Times New Roman" panose="02020603050405020304" pitchFamily="18" charset="0"/>
                          <a:cs typeface="Times New Roman" panose="02020603050405020304" pitchFamily="18" charset="0"/>
                        </a:rPr>
                        <a:t>2021</a:t>
                      </a:r>
                    </a:p>
                  </a:txBody>
                  <a:tcPr/>
                </a:tc>
                <a:tc>
                  <a:txBody>
                    <a:bodyPr/>
                    <a:lstStyle/>
                    <a:p>
                      <a:r>
                        <a:rPr lang="en-IN" sz="1600" dirty="0">
                          <a:latin typeface="Times New Roman" panose="02020603050405020304" pitchFamily="18" charset="0"/>
                          <a:cs typeface="Times New Roman" panose="02020603050405020304" pitchFamily="18" charset="0"/>
                        </a:rPr>
                        <a:t>Detection of Web Attacks</a:t>
                      </a:r>
                    </a:p>
                  </a:txBody>
                  <a:tcPr/>
                </a:tc>
                <a:tc>
                  <a:txBody>
                    <a:bodyPr/>
                    <a:lstStyle/>
                    <a:p>
                      <a:r>
                        <a:rPr lang="en-US" sz="1600" dirty="0">
                          <a:latin typeface="Times New Roman" panose="02020603050405020304" pitchFamily="18" charset="0"/>
                          <a:cs typeface="Times New Roman" panose="02020603050405020304" pitchFamily="18" charset="0"/>
                        </a:rPr>
                        <a:t>CNN</a:t>
                      </a:r>
                      <a:endParaRPr lang="en-IN" sz="16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340509325"/>
                  </a:ext>
                </a:extLst>
              </a:tr>
              <a:tr h="1072700">
                <a:tc>
                  <a:txBody>
                    <a:bodyPr/>
                    <a:lstStyle/>
                    <a:p>
                      <a:endParaRPr lang="en-US" dirty="0"/>
                    </a:p>
                    <a:p>
                      <a:r>
                        <a:rPr lang="en-IN" dirty="0"/>
                        <a:t>9</a:t>
                      </a:r>
                    </a:p>
                  </a:txBody>
                  <a:tcPr/>
                </a:tc>
                <a:tc>
                  <a:txBody>
                    <a:bodyPr/>
                    <a:lstStyle/>
                    <a:p>
                      <a:pPr>
                        <a:buNone/>
                      </a:pPr>
                      <a:r>
                        <a:rPr lang="en-IN" sz="2000" dirty="0">
                          <a:latin typeface="Times New Roman" panose="02020603050405020304" pitchFamily="18" charset="0"/>
                          <a:cs typeface="Times New Roman" panose="02020603050405020304" pitchFamily="18" charset="0"/>
                        </a:rPr>
                        <a:t>Baye et al.</a:t>
                      </a:r>
                    </a:p>
                  </a:txBody>
                  <a:tcPr anchor="ctr"/>
                </a:tc>
                <a:tc>
                  <a:txBody>
                    <a:bodyPr/>
                    <a:lstStyle/>
                    <a:p>
                      <a:endParaRPr lang="en-US" dirty="0"/>
                    </a:p>
                    <a:p>
                      <a:r>
                        <a:rPr lang="en-IN" sz="2000" dirty="0">
                          <a:latin typeface="Times New Roman" panose="02020603050405020304" pitchFamily="18" charset="0"/>
                          <a:cs typeface="Times New Roman" panose="02020603050405020304" pitchFamily="18" charset="0"/>
                        </a:rPr>
                        <a:t>2021</a:t>
                      </a:r>
                    </a:p>
                  </a:txBody>
                  <a:tcPr/>
                </a:tc>
                <a:tc>
                  <a:txBody>
                    <a:bodyPr/>
                    <a:lstStyle/>
                    <a:p>
                      <a:r>
                        <a:rPr lang="en-IN" sz="1600" dirty="0">
                          <a:latin typeface="Times New Roman" panose="02020603050405020304" pitchFamily="18" charset="0"/>
                          <a:cs typeface="Times New Roman" panose="02020603050405020304" pitchFamily="18" charset="0"/>
                        </a:rPr>
                        <a:t>API Anomaly Detection</a:t>
                      </a:r>
                    </a:p>
                  </a:txBody>
                  <a:tcPr/>
                </a:tc>
                <a:tc>
                  <a:txBody>
                    <a:bodyPr/>
                    <a:lstStyle/>
                    <a:p>
                      <a:r>
                        <a:rPr lang="en-US" sz="1600" dirty="0">
                          <a:latin typeface="Times New Roman" panose="02020603050405020304" pitchFamily="18" charset="0"/>
                          <a:cs typeface="Times New Roman" panose="02020603050405020304" pitchFamily="18" charset="0"/>
                        </a:rPr>
                        <a:t>SVM</a:t>
                      </a:r>
                      <a:endParaRPr lang="en-IN" sz="16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3274005301"/>
                  </a:ext>
                </a:extLst>
              </a:tr>
              <a:tr h="1072700">
                <a:tc>
                  <a:txBody>
                    <a:bodyPr/>
                    <a:lstStyle/>
                    <a:p>
                      <a:endParaRPr lang="en-US" dirty="0"/>
                    </a:p>
                    <a:p>
                      <a:r>
                        <a:rPr lang="en-IN" dirty="0"/>
                        <a:t>10</a:t>
                      </a:r>
                    </a:p>
                  </a:txBody>
                  <a:tcPr/>
                </a:tc>
                <a:tc>
                  <a:txBody>
                    <a:bodyPr/>
                    <a:lstStyle/>
                    <a:p>
                      <a:endParaRPr lang="en-US" dirty="0"/>
                    </a:p>
                    <a:p>
                      <a:r>
                        <a:rPr lang="en-IN" sz="2000" dirty="0" err="1">
                          <a:latin typeface="Times New Roman" panose="02020603050405020304" pitchFamily="18" charset="0"/>
                          <a:cs typeface="Times New Roman" panose="02020603050405020304" pitchFamily="18" charset="0"/>
                        </a:rPr>
                        <a:t>Gniewkowski</a:t>
                      </a:r>
                      <a:r>
                        <a:rPr lang="en-IN" sz="2000" dirty="0">
                          <a:latin typeface="Times New Roman" panose="02020603050405020304" pitchFamily="18" charset="0"/>
                          <a:cs typeface="Times New Roman" panose="02020603050405020304" pitchFamily="18" charset="0"/>
                        </a:rPr>
                        <a:t> et al.</a:t>
                      </a:r>
                    </a:p>
                  </a:txBody>
                  <a:tcPr/>
                </a:tc>
                <a:tc>
                  <a:txBody>
                    <a:bodyPr/>
                    <a:lstStyle/>
                    <a:p>
                      <a:endParaRPr lang="en-US" dirty="0"/>
                    </a:p>
                    <a:p>
                      <a:r>
                        <a:rPr lang="en-US" sz="2000" dirty="0">
                          <a:latin typeface="Times New Roman" panose="02020603050405020304" pitchFamily="18" charset="0"/>
                          <a:cs typeface="Times New Roman" panose="02020603050405020304" pitchFamily="18" charset="0"/>
                        </a:rPr>
                        <a:t>2021</a:t>
                      </a:r>
                      <a:endParaRPr lang="en-IN" sz="2000" dirty="0">
                        <a:latin typeface="Times New Roman" panose="02020603050405020304" pitchFamily="18" charset="0"/>
                        <a:cs typeface="Times New Roman" panose="02020603050405020304" pitchFamily="18" charset="0"/>
                      </a:endParaRPr>
                    </a:p>
                  </a:txBody>
                  <a:tcPr/>
                </a:tc>
                <a:tc>
                  <a:txBody>
                    <a:bodyPr/>
                    <a:lstStyle/>
                    <a:p>
                      <a:r>
                        <a:rPr lang="en-IN" sz="1600" dirty="0">
                          <a:latin typeface="Times New Roman" panose="02020603050405020304" pitchFamily="18" charset="0"/>
                          <a:cs typeface="Times New Roman" panose="02020603050405020304" pitchFamily="18" charset="0"/>
                        </a:rPr>
                        <a:t>Self-Supervised API Security</a:t>
                      </a:r>
                    </a:p>
                  </a:txBody>
                  <a:tcPr/>
                </a:tc>
                <a:tc>
                  <a:txBody>
                    <a:bodyPr/>
                    <a:lstStyle/>
                    <a:p>
                      <a:r>
                        <a:rPr lang="en-IN" sz="1600" dirty="0" err="1">
                          <a:latin typeface="Times New Roman" panose="02020603050405020304" pitchFamily="18" charset="0"/>
                          <a:cs typeface="Times New Roman" panose="02020603050405020304" pitchFamily="18" charset="0"/>
                        </a:rPr>
                        <a:t>RoBERTa</a:t>
                      </a:r>
                      <a:endParaRPr lang="en-IN" sz="16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3220289627"/>
                  </a:ext>
                </a:extLst>
              </a:tr>
            </a:tbl>
          </a:graphicData>
        </a:graphic>
      </p:graphicFrame>
    </p:spTree>
    <p:extLst>
      <p:ext uri="{BB962C8B-B14F-4D97-AF65-F5344CB8AC3E}">
        <p14:creationId xmlns:p14="http://schemas.microsoft.com/office/powerpoint/2010/main" val="273021328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F16C73-5ECD-F3FC-8376-773B0760802D}"/>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76210BB5-F276-0657-DE95-CD1CEB513A6F}"/>
              </a:ext>
            </a:extLst>
          </p:cNvPr>
          <p:cNvSpPr>
            <a:spLocks noGrp="1"/>
          </p:cNvSpPr>
          <p:nvPr>
            <p:ph type="sldNum" idx="12"/>
          </p:nvPr>
        </p:nvSpPr>
        <p:spPr/>
        <p:txBody>
          <a:bodyPr/>
          <a:lstStyle/>
          <a:p>
            <a:pPr marL="38100" lvl="0" indent="0" algn="l" rtl="0">
              <a:spcBef>
                <a:spcPts val="0"/>
              </a:spcBef>
              <a:spcAft>
                <a:spcPts val="0"/>
              </a:spcAft>
              <a:buNone/>
            </a:pPr>
            <a:fld id="{00000000-1234-1234-1234-123412341234}" type="slidenum">
              <a:rPr lang="en-US" smtClean="0"/>
              <a:t>5</a:t>
            </a:fld>
            <a:endParaRPr lang="en-US"/>
          </a:p>
        </p:txBody>
      </p:sp>
      <p:graphicFrame>
        <p:nvGraphicFramePr>
          <p:cNvPr id="5" name="Table 4">
            <a:extLst>
              <a:ext uri="{FF2B5EF4-FFF2-40B4-BE49-F238E27FC236}">
                <a16:creationId xmlns:a16="http://schemas.microsoft.com/office/drawing/2014/main" id="{64FB33D2-6D79-BD2C-D1AE-ACCAD6494BE9}"/>
              </a:ext>
            </a:extLst>
          </p:cNvPr>
          <p:cNvGraphicFramePr>
            <a:graphicFrameLocks noGrp="1"/>
          </p:cNvGraphicFramePr>
          <p:nvPr>
            <p:extLst>
              <p:ext uri="{D42A27DB-BD31-4B8C-83A1-F6EECF244321}">
                <p14:modId xmlns:p14="http://schemas.microsoft.com/office/powerpoint/2010/main" val="1534399074"/>
              </p:ext>
            </p:extLst>
          </p:nvPr>
        </p:nvGraphicFramePr>
        <p:xfrm>
          <a:off x="1204401" y="457330"/>
          <a:ext cx="10915594" cy="5884348"/>
        </p:xfrm>
        <a:graphic>
          <a:graphicData uri="http://schemas.openxmlformats.org/drawingml/2006/table">
            <a:tbl>
              <a:tblPr firstRow="1" bandRow="1">
                <a:tableStyleId>{5940675A-B579-460E-94D1-54222C63F5DA}</a:tableStyleId>
              </a:tblPr>
              <a:tblGrid>
                <a:gridCol w="1603450">
                  <a:extLst>
                    <a:ext uri="{9D8B030D-6E8A-4147-A177-3AD203B41FA5}">
                      <a16:colId xmlns:a16="http://schemas.microsoft.com/office/drawing/2014/main" val="2221097185"/>
                    </a:ext>
                  </a:extLst>
                </a:gridCol>
                <a:gridCol w="2156395">
                  <a:extLst>
                    <a:ext uri="{9D8B030D-6E8A-4147-A177-3AD203B41FA5}">
                      <a16:colId xmlns:a16="http://schemas.microsoft.com/office/drawing/2014/main" val="410023741"/>
                    </a:ext>
                  </a:extLst>
                </a:gridCol>
                <a:gridCol w="2069366">
                  <a:extLst>
                    <a:ext uri="{9D8B030D-6E8A-4147-A177-3AD203B41FA5}">
                      <a16:colId xmlns:a16="http://schemas.microsoft.com/office/drawing/2014/main" val="1740292560"/>
                    </a:ext>
                  </a:extLst>
                </a:gridCol>
                <a:gridCol w="2903264">
                  <a:extLst>
                    <a:ext uri="{9D8B030D-6E8A-4147-A177-3AD203B41FA5}">
                      <a16:colId xmlns:a16="http://schemas.microsoft.com/office/drawing/2014/main" val="2280469474"/>
                    </a:ext>
                  </a:extLst>
                </a:gridCol>
                <a:gridCol w="2183119">
                  <a:extLst>
                    <a:ext uri="{9D8B030D-6E8A-4147-A177-3AD203B41FA5}">
                      <a16:colId xmlns:a16="http://schemas.microsoft.com/office/drawing/2014/main" val="2689299642"/>
                    </a:ext>
                  </a:extLst>
                </a:gridCol>
              </a:tblGrid>
              <a:tr h="520848">
                <a:tc>
                  <a:txBody>
                    <a:bodyPr/>
                    <a:lstStyle/>
                    <a:p>
                      <a:r>
                        <a:rPr lang="en-US" dirty="0" err="1"/>
                        <a:t>S.No</a:t>
                      </a:r>
                      <a:endParaRPr lang="en-IN" dirty="0"/>
                    </a:p>
                  </a:txBody>
                  <a:tcPr/>
                </a:tc>
                <a:tc>
                  <a:txBody>
                    <a:bodyPr/>
                    <a:lstStyle/>
                    <a:p>
                      <a:r>
                        <a:rPr lang="en-US" dirty="0" err="1"/>
                        <a:t>Authorr</a:t>
                      </a:r>
                      <a:r>
                        <a:rPr lang="en-US" dirty="0"/>
                        <a:t>(s)</a:t>
                      </a:r>
                      <a:endParaRPr lang="en-IN" dirty="0"/>
                    </a:p>
                  </a:txBody>
                  <a:tcPr/>
                </a:tc>
                <a:tc>
                  <a:txBody>
                    <a:bodyPr/>
                    <a:lstStyle/>
                    <a:p>
                      <a:r>
                        <a:rPr lang="en-US" dirty="0"/>
                        <a:t>Year</a:t>
                      </a:r>
                      <a:endParaRPr lang="en-IN" dirty="0"/>
                    </a:p>
                  </a:txBody>
                  <a:tcPr/>
                </a:tc>
                <a:tc>
                  <a:txBody>
                    <a:bodyPr/>
                    <a:lstStyle/>
                    <a:p>
                      <a:r>
                        <a:rPr lang="en-US" dirty="0"/>
                        <a:t>Title</a:t>
                      </a:r>
                      <a:endParaRPr lang="en-IN" dirty="0"/>
                    </a:p>
                  </a:txBody>
                  <a:tcPr/>
                </a:tc>
                <a:tc>
                  <a:txBody>
                    <a:bodyPr/>
                    <a:lstStyle/>
                    <a:p>
                      <a:r>
                        <a:rPr lang="en-US" dirty="0"/>
                        <a:t>Method</a:t>
                      </a:r>
                      <a:endParaRPr lang="en-IN" dirty="0"/>
                    </a:p>
                  </a:txBody>
                  <a:tcPr/>
                </a:tc>
                <a:extLst>
                  <a:ext uri="{0D108BD9-81ED-4DB2-BD59-A6C34878D82A}">
                    <a16:rowId xmlns:a16="http://schemas.microsoft.com/office/drawing/2014/main" val="2897925198"/>
                  </a:ext>
                </a:extLst>
              </a:tr>
              <a:tr h="1072700">
                <a:tc>
                  <a:txBody>
                    <a:bodyPr/>
                    <a:lstStyle/>
                    <a:p>
                      <a:endParaRPr lang="en-US" dirty="0"/>
                    </a:p>
                    <a:p>
                      <a:r>
                        <a:rPr lang="en-US" dirty="0"/>
                        <a:t>11</a:t>
                      </a:r>
                    </a:p>
                    <a:p>
                      <a:endParaRPr lang="en-IN" dirty="0"/>
                    </a:p>
                  </a:txBody>
                  <a:tcPr/>
                </a:tc>
                <a:tc>
                  <a:txBody>
                    <a:bodyPr/>
                    <a:lstStyle/>
                    <a:p>
                      <a:pPr>
                        <a:buNone/>
                      </a:pPr>
                      <a:r>
                        <a:rPr lang="en-IN" sz="2000" dirty="0">
                          <a:latin typeface="Times New Roman" panose="02020603050405020304" pitchFamily="18" charset="0"/>
                          <a:cs typeface="Times New Roman" panose="02020603050405020304" pitchFamily="18" charset="0"/>
                        </a:rPr>
                        <a:t>Moradi </a:t>
                      </a:r>
                      <a:r>
                        <a:rPr lang="en-IN" sz="2000" dirty="0" err="1">
                          <a:latin typeface="Times New Roman" panose="02020603050405020304" pitchFamily="18" charset="0"/>
                          <a:cs typeface="Times New Roman" panose="02020603050405020304" pitchFamily="18" charset="0"/>
                        </a:rPr>
                        <a:t>Vartouni</a:t>
                      </a:r>
                      <a:r>
                        <a:rPr lang="en-IN" sz="2000" dirty="0">
                          <a:latin typeface="Times New Roman" panose="02020603050405020304" pitchFamily="18" charset="0"/>
                          <a:cs typeface="Times New Roman" panose="02020603050405020304" pitchFamily="18" charset="0"/>
                        </a:rPr>
                        <a:t> et al</a:t>
                      </a:r>
                    </a:p>
                  </a:txBody>
                  <a:tcPr anchor="ctr"/>
                </a:tc>
                <a:tc>
                  <a:txBody>
                    <a:bodyPr/>
                    <a:lstStyle/>
                    <a:p>
                      <a:endParaRPr lang="en-US" dirty="0"/>
                    </a:p>
                    <a:p>
                      <a:r>
                        <a:rPr lang="en-IN" sz="2000" dirty="0">
                          <a:latin typeface="Times New Roman" panose="02020603050405020304" pitchFamily="18" charset="0"/>
                          <a:cs typeface="Times New Roman" panose="02020603050405020304" pitchFamily="18" charset="0"/>
                        </a:rPr>
                        <a:t>2023</a:t>
                      </a:r>
                    </a:p>
                  </a:txBody>
                  <a:tcPr/>
                </a:tc>
                <a:tc>
                  <a:txBody>
                    <a:bodyPr/>
                    <a:lstStyle/>
                    <a:p>
                      <a:r>
                        <a:rPr lang="en-IN" sz="1600" dirty="0" err="1">
                          <a:latin typeface="Times New Roman" panose="02020603050405020304" pitchFamily="18" charset="0"/>
                          <a:cs typeface="Times New Roman" panose="02020603050405020304" pitchFamily="18" charset="0"/>
                        </a:rPr>
                        <a:t>DeepSVDD</a:t>
                      </a:r>
                      <a:r>
                        <a:rPr lang="en-IN" sz="1600" dirty="0">
                          <a:latin typeface="Times New Roman" panose="02020603050405020304" pitchFamily="18" charset="0"/>
                          <a:cs typeface="Times New Roman" panose="02020603050405020304" pitchFamily="18" charset="0"/>
                        </a:rPr>
                        <a:t> for HTTP Anomaly Detection</a:t>
                      </a:r>
                    </a:p>
                  </a:txBody>
                  <a:tcPr/>
                </a:tc>
                <a:tc>
                  <a:txBody>
                    <a:bodyPr/>
                    <a:lstStyle/>
                    <a:p>
                      <a:r>
                        <a:rPr lang="en-IN" sz="1600" dirty="0" err="1">
                          <a:latin typeface="Times New Roman" panose="02020603050405020304" pitchFamily="18" charset="0"/>
                          <a:cs typeface="Times New Roman" panose="02020603050405020304" pitchFamily="18" charset="0"/>
                        </a:rPr>
                        <a:t>DeepSVDD</a:t>
                      </a:r>
                      <a:endParaRPr lang="en-IN" sz="16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699266992"/>
                  </a:ext>
                </a:extLst>
              </a:tr>
              <a:tr h="1072700">
                <a:tc>
                  <a:txBody>
                    <a:bodyPr/>
                    <a:lstStyle/>
                    <a:p>
                      <a:endParaRPr lang="en-US" dirty="0"/>
                    </a:p>
                    <a:p>
                      <a:r>
                        <a:rPr lang="en-IN" dirty="0"/>
                        <a:t>12</a:t>
                      </a:r>
                    </a:p>
                  </a:txBody>
                  <a:tcPr/>
                </a:tc>
                <a:tc>
                  <a:txBody>
                    <a:bodyPr/>
                    <a:lstStyle/>
                    <a:p>
                      <a:pPr>
                        <a:buNone/>
                      </a:pPr>
                      <a:r>
                        <a:rPr lang="en-IN" sz="2000" dirty="0">
                          <a:latin typeface="Times New Roman" panose="02020603050405020304" pitchFamily="18" charset="0"/>
                          <a:cs typeface="Times New Roman" panose="02020603050405020304" pitchFamily="18" charset="0"/>
                        </a:rPr>
                        <a:t>Mac et al</a:t>
                      </a:r>
                    </a:p>
                  </a:txBody>
                  <a:tcPr anchor="ctr"/>
                </a:tc>
                <a:tc>
                  <a:txBody>
                    <a:bodyPr/>
                    <a:lstStyle/>
                    <a:p>
                      <a:endParaRPr lang="en-US" dirty="0"/>
                    </a:p>
                    <a:p>
                      <a:r>
                        <a:rPr lang="en-IN" sz="2000" dirty="0">
                          <a:latin typeface="Times New Roman" panose="02020603050405020304" pitchFamily="18" charset="0"/>
                          <a:cs typeface="Times New Roman" panose="02020603050405020304" pitchFamily="18" charset="0"/>
                        </a:rPr>
                        <a:t>2018</a:t>
                      </a:r>
                    </a:p>
                  </a:txBody>
                  <a:tcPr/>
                </a:tc>
                <a:tc>
                  <a:txBody>
                    <a:bodyPr/>
                    <a:lstStyle/>
                    <a:p>
                      <a:r>
                        <a:rPr lang="en-IN" sz="1600" dirty="0">
                          <a:latin typeface="Times New Roman" panose="02020603050405020304" pitchFamily="18" charset="0"/>
                          <a:cs typeface="Times New Roman" panose="02020603050405020304" pitchFamily="18" charset="0"/>
                        </a:rPr>
                        <a:t>HTTP Anomaly Detection</a:t>
                      </a:r>
                    </a:p>
                  </a:txBody>
                  <a:tcPr/>
                </a:tc>
                <a:tc>
                  <a:txBody>
                    <a:bodyPr/>
                    <a:lstStyle/>
                    <a:p>
                      <a:r>
                        <a:rPr lang="en-IN" sz="1600" dirty="0">
                          <a:latin typeface="Times New Roman" panose="02020603050405020304" pitchFamily="18" charset="0"/>
                          <a:cs typeface="Times New Roman" panose="02020603050405020304" pitchFamily="18" charset="0"/>
                        </a:rPr>
                        <a:t>Autoencoder</a:t>
                      </a:r>
                    </a:p>
                  </a:txBody>
                  <a:tcPr/>
                </a:tc>
                <a:extLst>
                  <a:ext uri="{0D108BD9-81ED-4DB2-BD59-A6C34878D82A}">
                    <a16:rowId xmlns:a16="http://schemas.microsoft.com/office/drawing/2014/main" val="2950917377"/>
                  </a:ext>
                </a:extLst>
              </a:tr>
              <a:tr h="1072700">
                <a:tc>
                  <a:txBody>
                    <a:bodyPr/>
                    <a:lstStyle/>
                    <a:p>
                      <a:endParaRPr lang="en-US" dirty="0"/>
                    </a:p>
                    <a:p>
                      <a:r>
                        <a:rPr lang="en-IN" dirty="0"/>
                        <a:t>13</a:t>
                      </a:r>
                    </a:p>
                  </a:txBody>
                  <a:tcPr/>
                </a:tc>
                <a:tc>
                  <a:txBody>
                    <a:bodyPr/>
                    <a:lstStyle/>
                    <a:p>
                      <a:endParaRPr lang="en-US" dirty="0"/>
                    </a:p>
                    <a:p>
                      <a:r>
                        <a:rPr lang="en-IN" sz="2000" dirty="0">
                          <a:latin typeface="Times New Roman" panose="02020603050405020304" pitchFamily="18" charset="0"/>
                          <a:cs typeface="Times New Roman" panose="02020603050405020304" pitchFamily="18" charset="0"/>
                        </a:rPr>
                        <a:t>BS-GAT Framework</a:t>
                      </a:r>
                    </a:p>
                  </a:txBody>
                  <a:tcPr/>
                </a:tc>
                <a:tc>
                  <a:txBody>
                    <a:bodyPr/>
                    <a:lstStyle/>
                    <a:p>
                      <a:endParaRPr lang="en-US" dirty="0"/>
                    </a:p>
                    <a:p>
                      <a:r>
                        <a:rPr lang="en-IN" sz="2000" dirty="0">
                          <a:latin typeface="Times New Roman" panose="02020603050405020304" pitchFamily="18" charset="0"/>
                          <a:cs typeface="Times New Roman" panose="02020603050405020304" pitchFamily="18" charset="0"/>
                        </a:rPr>
                        <a:t>2024</a:t>
                      </a:r>
                    </a:p>
                  </a:txBody>
                  <a:tcPr/>
                </a:tc>
                <a:tc>
                  <a:txBody>
                    <a:bodyPr/>
                    <a:lstStyle/>
                    <a:p>
                      <a:r>
                        <a:rPr lang="en-IN" sz="1600" dirty="0">
                          <a:latin typeface="Times New Roman" panose="02020603050405020304" pitchFamily="18" charset="0"/>
                          <a:cs typeface="Times New Roman" panose="02020603050405020304" pitchFamily="18" charset="0"/>
                        </a:rPr>
                        <a:t>Graph Attention DDoS Detection</a:t>
                      </a:r>
                    </a:p>
                  </a:txBody>
                  <a:tcPr/>
                </a:tc>
                <a:tc>
                  <a:txBody>
                    <a:bodyPr/>
                    <a:lstStyle/>
                    <a:p>
                      <a:r>
                        <a:rPr lang="en-IN" sz="1600" dirty="0">
                          <a:latin typeface="Times New Roman" panose="02020603050405020304" pitchFamily="18" charset="0"/>
                          <a:cs typeface="Times New Roman" panose="02020603050405020304" pitchFamily="18" charset="0"/>
                        </a:rPr>
                        <a:t>Graph Attention Network</a:t>
                      </a:r>
                    </a:p>
                  </a:txBody>
                  <a:tcPr/>
                </a:tc>
                <a:extLst>
                  <a:ext uri="{0D108BD9-81ED-4DB2-BD59-A6C34878D82A}">
                    <a16:rowId xmlns:a16="http://schemas.microsoft.com/office/drawing/2014/main" val="4222441436"/>
                  </a:ext>
                </a:extLst>
              </a:tr>
              <a:tr h="1072700">
                <a:tc>
                  <a:txBody>
                    <a:bodyPr/>
                    <a:lstStyle/>
                    <a:p>
                      <a:endParaRPr lang="en-US" dirty="0"/>
                    </a:p>
                    <a:p>
                      <a:r>
                        <a:rPr lang="en-IN" dirty="0"/>
                        <a:t>14</a:t>
                      </a:r>
                    </a:p>
                  </a:txBody>
                  <a:tcPr/>
                </a:tc>
                <a:tc>
                  <a:txBody>
                    <a:bodyPr/>
                    <a:lstStyle/>
                    <a:p>
                      <a:pPr>
                        <a:buNone/>
                      </a:pPr>
                      <a:r>
                        <a:rPr lang="en-IN" sz="2000" dirty="0">
                          <a:latin typeface="Times New Roman" panose="02020603050405020304" pitchFamily="18" charset="0"/>
                          <a:cs typeface="Times New Roman" panose="02020603050405020304" pitchFamily="18" charset="0"/>
                        </a:rPr>
                        <a:t>Transformer-GAN</a:t>
                      </a:r>
                    </a:p>
                  </a:txBody>
                  <a:tcPr anchor="ctr"/>
                </a:tc>
                <a:tc>
                  <a:txBody>
                    <a:bodyPr/>
                    <a:lstStyle/>
                    <a:p>
                      <a:endParaRPr lang="en-US" dirty="0"/>
                    </a:p>
                    <a:p>
                      <a:r>
                        <a:rPr lang="en-IN" sz="2000" dirty="0">
                          <a:latin typeface="Times New Roman" panose="02020603050405020304" pitchFamily="18" charset="0"/>
                          <a:cs typeface="Times New Roman" panose="02020603050405020304" pitchFamily="18" charset="0"/>
                        </a:rPr>
                        <a:t>2025</a:t>
                      </a:r>
                    </a:p>
                  </a:txBody>
                  <a:tcPr/>
                </a:tc>
                <a:tc>
                  <a:txBody>
                    <a:bodyPr/>
                    <a:lstStyle/>
                    <a:p>
                      <a:r>
                        <a:rPr lang="en-IN" sz="1600" dirty="0">
                          <a:latin typeface="Times New Roman" panose="02020603050405020304" pitchFamily="18" charset="0"/>
                          <a:cs typeface="Times New Roman" panose="02020603050405020304" pitchFamily="18" charset="0"/>
                        </a:rPr>
                        <a:t>Advanced DDoS Detection</a:t>
                      </a:r>
                    </a:p>
                  </a:txBody>
                  <a:tcPr/>
                </a:tc>
                <a:tc>
                  <a:txBody>
                    <a:bodyPr/>
                    <a:lstStyle/>
                    <a:p>
                      <a:r>
                        <a:rPr lang="en-IN" sz="1600" dirty="0">
                          <a:latin typeface="Times New Roman" panose="02020603050405020304" pitchFamily="18" charset="0"/>
                          <a:cs typeface="Times New Roman" panose="02020603050405020304" pitchFamily="18" charset="0"/>
                        </a:rPr>
                        <a:t>Transformer + GAN</a:t>
                      </a:r>
                    </a:p>
                  </a:txBody>
                  <a:tcPr/>
                </a:tc>
                <a:extLst>
                  <a:ext uri="{0D108BD9-81ED-4DB2-BD59-A6C34878D82A}">
                    <a16:rowId xmlns:a16="http://schemas.microsoft.com/office/drawing/2014/main" val="1038936706"/>
                  </a:ext>
                </a:extLst>
              </a:tr>
              <a:tr h="1072700">
                <a:tc>
                  <a:txBody>
                    <a:bodyPr/>
                    <a:lstStyle/>
                    <a:p>
                      <a:endParaRPr lang="en-US" dirty="0"/>
                    </a:p>
                    <a:p>
                      <a:r>
                        <a:rPr lang="en-IN" dirty="0"/>
                        <a:t>15</a:t>
                      </a:r>
                    </a:p>
                  </a:txBody>
                  <a:tcPr/>
                </a:tc>
                <a:tc>
                  <a:txBody>
                    <a:bodyPr/>
                    <a:lstStyle/>
                    <a:p>
                      <a:endParaRPr lang="en-US" dirty="0"/>
                    </a:p>
                    <a:p>
                      <a:r>
                        <a:rPr lang="en-IN" sz="2000" dirty="0">
                          <a:latin typeface="Times New Roman" panose="02020603050405020304" pitchFamily="18" charset="0"/>
                          <a:cs typeface="Times New Roman" panose="02020603050405020304" pitchFamily="18" charset="0"/>
                        </a:rPr>
                        <a:t>Federated CNN-LSTM</a:t>
                      </a:r>
                    </a:p>
                  </a:txBody>
                  <a:tcPr/>
                </a:tc>
                <a:tc>
                  <a:txBody>
                    <a:bodyPr/>
                    <a:lstStyle/>
                    <a:p>
                      <a:endParaRPr lang="en-US" dirty="0"/>
                    </a:p>
                    <a:p>
                      <a:r>
                        <a:rPr lang="en-US" sz="2000" dirty="0">
                          <a:latin typeface="Times New Roman" panose="02020603050405020304" pitchFamily="18" charset="0"/>
                          <a:cs typeface="Times New Roman" panose="02020603050405020304" pitchFamily="18" charset="0"/>
                        </a:rPr>
                        <a:t>2025</a:t>
                      </a:r>
                      <a:endParaRPr lang="en-IN" sz="2000" dirty="0">
                        <a:latin typeface="Times New Roman" panose="02020603050405020304" pitchFamily="18" charset="0"/>
                        <a:cs typeface="Times New Roman" panose="02020603050405020304" pitchFamily="18" charset="0"/>
                      </a:endParaRPr>
                    </a:p>
                  </a:txBody>
                  <a:tcPr/>
                </a:tc>
                <a:tc>
                  <a:txBody>
                    <a:bodyPr/>
                    <a:lstStyle/>
                    <a:p>
                      <a:r>
                        <a:rPr lang="en-IN" sz="1600" dirty="0">
                          <a:latin typeface="Times New Roman" panose="02020603050405020304" pitchFamily="18" charset="0"/>
                          <a:cs typeface="Times New Roman" panose="02020603050405020304" pitchFamily="18" charset="0"/>
                        </a:rPr>
                        <a:t>Cloud API Intrusion Detection</a:t>
                      </a:r>
                    </a:p>
                  </a:txBody>
                  <a:tcPr/>
                </a:tc>
                <a:tc>
                  <a:txBody>
                    <a:bodyPr/>
                    <a:lstStyle/>
                    <a:p>
                      <a:r>
                        <a:rPr lang="en-IN" sz="1600" dirty="0">
                          <a:latin typeface="Times New Roman" panose="02020603050405020304" pitchFamily="18" charset="0"/>
                          <a:cs typeface="Times New Roman" panose="02020603050405020304" pitchFamily="18" charset="0"/>
                        </a:rPr>
                        <a:t>CNN + LSTM</a:t>
                      </a:r>
                    </a:p>
                  </a:txBody>
                  <a:tcPr/>
                </a:tc>
                <a:extLst>
                  <a:ext uri="{0D108BD9-81ED-4DB2-BD59-A6C34878D82A}">
                    <a16:rowId xmlns:a16="http://schemas.microsoft.com/office/drawing/2014/main" val="4079087258"/>
                  </a:ext>
                </a:extLst>
              </a:tr>
            </a:tbl>
          </a:graphicData>
        </a:graphic>
      </p:graphicFrame>
    </p:spTree>
    <p:extLst>
      <p:ext uri="{BB962C8B-B14F-4D97-AF65-F5344CB8AC3E}">
        <p14:creationId xmlns:p14="http://schemas.microsoft.com/office/powerpoint/2010/main" val="130591030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070406-D64F-0466-D57A-0EBFDD5F1CF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98AEE20-0773-C703-A4E6-AED0B80A94B1}"/>
              </a:ext>
            </a:extLst>
          </p:cNvPr>
          <p:cNvSpPr>
            <a:spLocks noGrp="1"/>
          </p:cNvSpPr>
          <p:nvPr>
            <p:ph type="ctrTitle"/>
          </p:nvPr>
        </p:nvSpPr>
        <p:spPr>
          <a:xfrm>
            <a:off x="916188" y="248018"/>
            <a:ext cx="10363200" cy="553998"/>
          </a:xfrm>
        </p:spPr>
        <p:txBody>
          <a:bodyPr/>
          <a:lstStyle/>
          <a:p>
            <a:pPr algn="ctr"/>
            <a:r>
              <a:rPr lang="en-IN" sz="3600" dirty="0">
                <a:latin typeface="Times New Roman" panose="02020603050405020304" pitchFamily="18" charset="0"/>
                <a:cs typeface="Times New Roman" panose="02020603050405020304" pitchFamily="18" charset="0"/>
              </a:rPr>
              <a:t>Key Findings</a:t>
            </a:r>
            <a:endParaRPr lang="en-IN" sz="3600" b="1" dirty="0">
              <a:latin typeface="Times New Roman" panose="02020603050405020304" pitchFamily="18" charset="0"/>
              <a:cs typeface="Times New Roman" panose="02020603050405020304" pitchFamily="18" charset="0"/>
            </a:endParaRPr>
          </a:p>
        </p:txBody>
      </p:sp>
      <p:sp>
        <p:nvSpPr>
          <p:cNvPr id="3" name="Subtitle 2">
            <a:extLst>
              <a:ext uri="{FF2B5EF4-FFF2-40B4-BE49-F238E27FC236}">
                <a16:creationId xmlns:a16="http://schemas.microsoft.com/office/drawing/2014/main" id="{529DAB29-C0DA-DDBA-7BF4-AD3EE5382628}"/>
              </a:ext>
            </a:extLst>
          </p:cNvPr>
          <p:cNvSpPr>
            <a:spLocks noGrp="1"/>
          </p:cNvSpPr>
          <p:nvPr>
            <p:ph type="subTitle" idx="1"/>
          </p:nvPr>
        </p:nvSpPr>
        <p:spPr>
          <a:xfrm>
            <a:off x="1750142" y="1118078"/>
            <a:ext cx="9763432" cy="5262979"/>
          </a:xfrm>
        </p:spPr>
        <p:txBody>
          <a:bodyPr/>
          <a:lstStyle/>
          <a:p>
            <a:pPr marL="514350" indent="-285750" algn="just">
              <a:buFont typeface="Arial" panose="020B0604020202020204" pitchFamily="34" charset="0"/>
              <a:buChar char="•"/>
            </a:pPr>
            <a:r>
              <a:rPr lang="en-IN" sz="1800" dirty="0"/>
              <a:t>Machine Learning significantly improves API attack detection.</a:t>
            </a:r>
          </a:p>
          <a:p>
            <a:pPr marL="514350" indent="-285750" algn="just">
              <a:buFont typeface="Arial" panose="020B0604020202020204" pitchFamily="34" charset="0"/>
              <a:buChar char="•"/>
            </a:pPr>
            <a:endParaRPr lang="en-IN" sz="1800" dirty="0"/>
          </a:p>
          <a:p>
            <a:pPr marL="514350" indent="-285750" algn="just">
              <a:buFont typeface="Arial" panose="020B0604020202020204" pitchFamily="34" charset="0"/>
              <a:buChar char="•"/>
            </a:pPr>
            <a:r>
              <a:rPr lang="en-IN" sz="1800" dirty="0"/>
              <a:t> Behavioral analysis is more effective than request-level inspection. </a:t>
            </a:r>
          </a:p>
          <a:p>
            <a:pPr marL="514350" indent="-285750" algn="just">
              <a:buFont typeface="Arial" panose="020B0604020202020204" pitchFamily="34" charset="0"/>
              <a:buChar char="•"/>
            </a:pPr>
            <a:endParaRPr lang="en-IN" sz="1800" dirty="0"/>
          </a:p>
          <a:p>
            <a:pPr marL="514350" indent="-285750" algn="just">
              <a:buFont typeface="Arial" panose="020B0604020202020204" pitchFamily="34" charset="0"/>
              <a:buChar char="•"/>
            </a:pPr>
            <a:r>
              <a:rPr lang="en-IN" sz="1800" dirty="0"/>
              <a:t>Deep Learning captures temporal API traffic patterns efficiently. </a:t>
            </a:r>
          </a:p>
          <a:p>
            <a:pPr marL="514350" indent="-285750" algn="just">
              <a:buFont typeface="Arial" panose="020B0604020202020204" pitchFamily="34" charset="0"/>
              <a:buChar char="•"/>
            </a:pPr>
            <a:endParaRPr lang="en-IN" sz="1800" dirty="0"/>
          </a:p>
          <a:p>
            <a:pPr marL="514350" indent="-285750" algn="just">
              <a:buFont typeface="Arial" panose="020B0604020202020204" pitchFamily="34" charset="0"/>
              <a:buChar char="•"/>
            </a:pPr>
            <a:r>
              <a:rPr lang="en-IN" sz="1800" dirty="0"/>
              <a:t>GAN-based techniques improve minority attack detection. </a:t>
            </a:r>
          </a:p>
          <a:p>
            <a:pPr marL="514350" indent="-285750" algn="just">
              <a:buFont typeface="Arial" panose="020B0604020202020204" pitchFamily="34" charset="0"/>
              <a:buChar char="•"/>
            </a:pPr>
            <a:endParaRPr lang="en-IN" sz="1800" dirty="0"/>
          </a:p>
          <a:p>
            <a:pPr marL="514350" indent="-285750" algn="just">
              <a:buFont typeface="Arial" panose="020B0604020202020204" pitchFamily="34" charset="0"/>
              <a:buChar char="•"/>
            </a:pPr>
            <a:r>
              <a:rPr lang="en-IN" sz="1800" dirty="0"/>
              <a:t>Explainable AI improves trust and transparency. </a:t>
            </a:r>
          </a:p>
          <a:p>
            <a:pPr marL="514350" indent="-285750" algn="just">
              <a:buFont typeface="Arial" panose="020B0604020202020204" pitchFamily="34" charset="0"/>
              <a:buChar char="•"/>
            </a:pPr>
            <a:endParaRPr lang="en-IN" sz="1800" dirty="0"/>
          </a:p>
          <a:p>
            <a:pPr marL="514350" indent="-285750" algn="just">
              <a:buFont typeface="Arial" panose="020B0604020202020204" pitchFamily="34" charset="0"/>
              <a:buChar char="•"/>
            </a:pPr>
            <a:r>
              <a:rPr lang="en-IN" sz="1800" dirty="0"/>
              <a:t>Attention mechanisms enhance anomaly detection accuracy. </a:t>
            </a:r>
          </a:p>
          <a:p>
            <a:pPr marL="514350" indent="-285750" algn="just">
              <a:buFont typeface="Arial" panose="020B0604020202020204" pitchFamily="34" charset="0"/>
              <a:buChar char="•"/>
            </a:pPr>
            <a:endParaRPr lang="en-IN" sz="1800" dirty="0"/>
          </a:p>
          <a:p>
            <a:pPr marL="514350" indent="-285750" algn="just">
              <a:buFont typeface="Arial" panose="020B0604020202020204" pitchFamily="34" charset="0"/>
              <a:buChar char="•"/>
            </a:pPr>
            <a:r>
              <a:rPr lang="en-IN" sz="1800" dirty="0"/>
              <a:t>API security requires adaptive learning rather than static rules. </a:t>
            </a:r>
          </a:p>
          <a:p>
            <a:pPr marL="514350" indent="-285750" algn="just">
              <a:buFont typeface="Arial" panose="020B0604020202020204" pitchFamily="34" charset="0"/>
              <a:buChar char="•"/>
            </a:pPr>
            <a:endParaRPr lang="en-IN" sz="1800" dirty="0"/>
          </a:p>
          <a:p>
            <a:pPr marL="514350" indent="-285750" algn="just">
              <a:buFont typeface="Arial" panose="020B0604020202020204" pitchFamily="34" charset="0"/>
              <a:buChar char="•"/>
            </a:pPr>
            <a:r>
              <a:rPr lang="en-IN" sz="1800" dirty="0"/>
              <a:t>Real-time monitoring improves response against evolving threats. </a:t>
            </a:r>
          </a:p>
          <a:p>
            <a:pPr marL="514350" indent="-285750" algn="just">
              <a:buFont typeface="Arial" panose="020B0604020202020204" pitchFamily="34" charset="0"/>
              <a:buChar char="•"/>
            </a:pPr>
            <a:endParaRPr lang="en-IN" sz="1800" dirty="0"/>
          </a:p>
          <a:p>
            <a:pPr marL="514350" indent="-285750" algn="just">
              <a:buFont typeface="Arial" panose="020B0604020202020204" pitchFamily="34" charset="0"/>
              <a:buChar char="•"/>
            </a:pPr>
            <a:r>
              <a:rPr lang="en-IN" sz="1800" dirty="0"/>
              <a:t>Few-shot learning helps identify zero-day API attacks. </a:t>
            </a:r>
          </a:p>
          <a:p>
            <a:pPr marL="514350" indent="-285750" algn="just">
              <a:buFont typeface="Arial" panose="020B0604020202020204" pitchFamily="34" charset="0"/>
              <a:buChar char="•"/>
            </a:pPr>
            <a:endParaRPr lang="en-IN" sz="1800" dirty="0"/>
          </a:p>
          <a:p>
            <a:pPr marL="514350" indent="-285750" algn="just">
              <a:buFont typeface="Arial" panose="020B0604020202020204" pitchFamily="34" charset="0"/>
              <a:buChar char="•"/>
            </a:pPr>
            <a:r>
              <a:rPr lang="en-IN" sz="1800" dirty="0"/>
              <a:t>Hybrid ML models outperform traditional approaches</a:t>
            </a:r>
          </a:p>
        </p:txBody>
      </p:sp>
      <p:sp>
        <p:nvSpPr>
          <p:cNvPr id="4" name="Slide Number Placeholder 3">
            <a:extLst>
              <a:ext uri="{FF2B5EF4-FFF2-40B4-BE49-F238E27FC236}">
                <a16:creationId xmlns:a16="http://schemas.microsoft.com/office/drawing/2014/main" id="{5CAAA0AA-8E53-3E68-DDED-AF332C048D6E}"/>
              </a:ext>
            </a:extLst>
          </p:cNvPr>
          <p:cNvSpPr>
            <a:spLocks noGrp="1"/>
          </p:cNvSpPr>
          <p:nvPr>
            <p:ph type="sldNum" idx="12"/>
          </p:nvPr>
        </p:nvSpPr>
        <p:spPr/>
        <p:txBody>
          <a:bodyPr/>
          <a:lstStyle/>
          <a:p>
            <a:pPr marL="38100" lvl="0" indent="0" algn="l" rtl="0">
              <a:spcBef>
                <a:spcPts val="0"/>
              </a:spcBef>
              <a:spcAft>
                <a:spcPts val="0"/>
              </a:spcAft>
              <a:buNone/>
            </a:pPr>
            <a:fld id="{00000000-1234-1234-1234-123412341234}" type="slidenum">
              <a:rPr lang="en-US" smtClean="0"/>
              <a:t>6</a:t>
            </a:fld>
            <a:endParaRPr lang="en-US"/>
          </a:p>
        </p:txBody>
      </p:sp>
    </p:spTree>
    <p:extLst>
      <p:ext uri="{BB962C8B-B14F-4D97-AF65-F5344CB8AC3E}">
        <p14:creationId xmlns:p14="http://schemas.microsoft.com/office/powerpoint/2010/main" val="408859439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678E557-E274-FC49-4CA2-6CDD093CBCD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A833C80-CB88-2483-BD10-403BBD4D57CA}"/>
              </a:ext>
            </a:extLst>
          </p:cNvPr>
          <p:cNvSpPr>
            <a:spLocks noGrp="1"/>
          </p:cNvSpPr>
          <p:nvPr>
            <p:ph type="ctrTitle"/>
          </p:nvPr>
        </p:nvSpPr>
        <p:spPr>
          <a:xfrm>
            <a:off x="916188" y="248018"/>
            <a:ext cx="10363200" cy="553998"/>
          </a:xfrm>
        </p:spPr>
        <p:txBody>
          <a:bodyPr/>
          <a:lstStyle/>
          <a:p>
            <a:pPr algn="ctr"/>
            <a:r>
              <a:rPr lang="en-IN" sz="3600" dirty="0">
                <a:latin typeface="Times New Roman" panose="02020603050405020304" pitchFamily="18" charset="0"/>
                <a:cs typeface="Times New Roman" panose="02020603050405020304" pitchFamily="18" charset="0"/>
              </a:rPr>
              <a:t>Research Gap</a:t>
            </a:r>
            <a:endParaRPr lang="en-IN" sz="3600" b="1" dirty="0">
              <a:latin typeface="Times New Roman" panose="02020603050405020304" pitchFamily="18" charset="0"/>
              <a:cs typeface="Times New Roman" panose="02020603050405020304" pitchFamily="18" charset="0"/>
            </a:endParaRPr>
          </a:p>
        </p:txBody>
      </p:sp>
      <p:sp>
        <p:nvSpPr>
          <p:cNvPr id="3" name="Subtitle 2">
            <a:extLst>
              <a:ext uri="{FF2B5EF4-FFF2-40B4-BE49-F238E27FC236}">
                <a16:creationId xmlns:a16="http://schemas.microsoft.com/office/drawing/2014/main" id="{367CAC92-EF02-38E6-9BA8-EC902BB896E7}"/>
              </a:ext>
            </a:extLst>
          </p:cNvPr>
          <p:cNvSpPr>
            <a:spLocks noGrp="1"/>
          </p:cNvSpPr>
          <p:nvPr>
            <p:ph type="subTitle" idx="1"/>
          </p:nvPr>
        </p:nvSpPr>
        <p:spPr>
          <a:xfrm>
            <a:off x="1750142" y="1118078"/>
            <a:ext cx="9763432" cy="5262979"/>
          </a:xfrm>
        </p:spPr>
        <p:txBody>
          <a:bodyPr/>
          <a:lstStyle/>
          <a:p>
            <a:pPr marL="514350" indent="-285750" algn="just">
              <a:buFont typeface="Arial" panose="020B0604020202020204" pitchFamily="34" charset="0"/>
              <a:buChar char="•"/>
            </a:pPr>
            <a:r>
              <a:rPr lang="en-IN" sz="1800" dirty="0"/>
              <a:t>Most studies focus only on DDoS detection.</a:t>
            </a:r>
          </a:p>
          <a:p>
            <a:pPr marL="514350" indent="-285750" algn="just">
              <a:buFont typeface="Arial" panose="020B0604020202020204" pitchFamily="34" charset="0"/>
              <a:buChar char="•"/>
            </a:pPr>
            <a:endParaRPr lang="en-IN" sz="1800" dirty="0"/>
          </a:p>
          <a:p>
            <a:pPr marL="514350" indent="-285750" algn="just">
              <a:buFont typeface="Arial" panose="020B0604020202020204" pitchFamily="34" charset="0"/>
              <a:buChar char="•"/>
            </a:pPr>
            <a:r>
              <a:rPr lang="en-IN" sz="1800" dirty="0"/>
              <a:t> Limited behavioral profiling of API users. </a:t>
            </a:r>
          </a:p>
          <a:p>
            <a:pPr marL="514350" indent="-285750" algn="just">
              <a:buFont typeface="Arial" panose="020B0604020202020204" pitchFamily="34" charset="0"/>
              <a:buChar char="•"/>
            </a:pPr>
            <a:endParaRPr lang="en-IN" sz="1800" dirty="0"/>
          </a:p>
          <a:p>
            <a:pPr marL="514350" indent="-285750" algn="just">
              <a:buFont typeface="Arial" panose="020B0604020202020204" pitchFamily="34" charset="0"/>
              <a:buChar char="•"/>
            </a:pPr>
            <a:r>
              <a:rPr lang="en-IN" sz="1800" dirty="0"/>
              <a:t>Lack of unified API anomaly and abuse detection frameworks. </a:t>
            </a:r>
          </a:p>
          <a:p>
            <a:pPr marL="514350" indent="-285750" algn="just">
              <a:buFont typeface="Arial" panose="020B0604020202020204" pitchFamily="34" charset="0"/>
              <a:buChar char="•"/>
            </a:pPr>
            <a:endParaRPr lang="en-IN" sz="1800" dirty="0"/>
          </a:p>
          <a:p>
            <a:pPr marL="514350" indent="-285750" algn="just">
              <a:buFont typeface="Arial" panose="020B0604020202020204" pitchFamily="34" charset="0"/>
              <a:buChar char="•"/>
            </a:pPr>
            <a:r>
              <a:rPr lang="en-IN" sz="1800" dirty="0"/>
              <a:t>High false positive rates in existing systems. </a:t>
            </a:r>
          </a:p>
          <a:p>
            <a:pPr marL="514350" indent="-285750" algn="just">
              <a:buFont typeface="Arial" panose="020B0604020202020204" pitchFamily="34" charset="0"/>
              <a:buChar char="•"/>
            </a:pPr>
            <a:endParaRPr lang="en-IN" sz="1800" dirty="0"/>
          </a:p>
          <a:p>
            <a:pPr marL="514350" indent="-285750" algn="just">
              <a:buFont typeface="Arial" panose="020B0604020202020204" pitchFamily="34" charset="0"/>
              <a:buChar char="•"/>
            </a:pPr>
            <a:r>
              <a:rPr lang="en-IN" sz="1800" dirty="0"/>
              <a:t>Limited explainability of detection decisions. </a:t>
            </a:r>
          </a:p>
          <a:p>
            <a:pPr marL="514350" indent="-285750" algn="just">
              <a:buFont typeface="Arial" panose="020B0604020202020204" pitchFamily="34" charset="0"/>
              <a:buChar char="•"/>
            </a:pPr>
            <a:endParaRPr lang="en-IN" sz="1800" dirty="0"/>
          </a:p>
          <a:p>
            <a:pPr marL="514350" indent="-285750" algn="just">
              <a:buFont typeface="Arial" panose="020B0604020202020204" pitchFamily="34" charset="0"/>
              <a:buChar char="•"/>
            </a:pPr>
            <a:r>
              <a:rPr lang="en-IN" sz="1800" dirty="0"/>
              <a:t>Insufficient real-time monitoring capabilities. </a:t>
            </a:r>
          </a:p>
          <a:p>
            <a:pPr marL="514350" indent="-285750" algn="just">
              <a:buFont typeface="Arial" panose="020B0604020202020204" pitchFamily="34" charset="0"/>
              <a:buChar char="•"/>
            </a:pPr>
            <a:endParaRPr lang="en-IN" sz="1800" dirty="0"/>
          </a:p>
          <a:p>
            <a:pPr marL="514350" indent="-285750" algn="just">
              <a:buFont typeface="Arial" panose="020B0604020202020204" pitchFamily="34" charset="0"/>
              <a:buChar char="•"/>
            </a:pPr>
            <a:r>
              <a:rPr lang="en-IN" sz="1800" dirty="0"/>
              <a:t>Existing models struggle with zero-day attacks. </a:t>
            </a:r>
          </a:p>
          <a:p>
            <a:pPr marL="514350" indent="-285750" algn="just">
              <a:buFont typeface="Arial" panose="020B0604020202020204" pitchFamily="34" charset="0"/>
              <a:buChar char="•"/>
            </a:pPr>
            <a:endParaRPr lang="en-IN" sz="1800" dirty="0"/>
          </a:p>
          <a:p>
            <a:pPr marL="514350" indent="-285750" algn="just">
              <a:buFont typeface="Arial" panose="020B0604020202020204" pitchFamily="34" charset="0"/>
              <a:buChar char="•"/>
            </a:pPr>
            <a:r>
              <a:rPr lang="en-IN" sz="1800" dirty="0"/>
              <a:t>Lack of adaptive thresholding mechanisms. </a:t>
            </a:r>
          </a:p>
          <a:p>
            <a:pPr marL="514350" indent="-285750" algn="just">
              <a:buFont typeface="Arial" panose="020B0604020202020204" pitchFamily="34" charset="0"/>
              <a:buChar char="•"/>
            </a:pPr>
            <a:endParaRPr lang="en-IN" sz="1800" dirty="0"/>
          </a:p>
          <a:p>
            <a:pPr marL="514350" indent="-285750" algn="just">
              <a:buFont typeface="Arial" panose="020B0604020202020204" pitchFamily="34" charset="0"/>
              <a:buChar char="•"/>
            </a:pPr>
            <a:r>
              <a:rPr lang="en-IN" sz="1800" dirty="0"/>
              <a:t>Few solutions integrate anomaly detection and abuse detection together.</a:t>
            </a:r>
          </a:p>
          <a:p>
            <a:pPr marL="514350" indent="-285750" algn="just">
              <a:buFont typeface="Arial" panose="020B0604020202020204" pitchFamily="34" charset="0"/>
              <a:buChar char="•"/>
            </a:pPr>
            <a:endParaRPr lang="en-IN" sz="1800" dirty="0"/>
          </a:p>
          <a:p>
            <a:pPr marL="514350" indent="-285750" algn="just">
              <a:buFont typeface="Arial" panose="020B0604020202020204" pitchFamily="34" charset="0"/>
              <a:buChar char="•"/>
            </a:pPr>
            <a:r>
              <a:rPr lang="en-IN" sz="1800" dirty="0"/>
              <a:t> Limited availability of API-specific datasets.</a:t>
            </a:r>
          </a:p>
        </p:txBody>
      </p:sp>
      <p:sp>
        <p:nvSpPr>
          <p:cNvPr id="4" name="Slide Number Placeholder 3">
            <a:extLst>
              <a:ext uri="{FF2B5EF4-FFF2-40B4-BE49-F238E27FC236}">
                <a16:creationId xmlns:a16="http://schemas.microsoft.com/office/drawing/2014/main" id="{7039F631-58C9-B3D0-3425-92395B325DF0}"/>
              </a:ext>
            </a:extLst>
          </p:cNvPr>
          <p:cNvSpPr>
            <a:spLocks noGrp="1"/>
          </p:cNvSpPr>
          <p:nvPr>
            <p:ph type="sldNum" idx="12"/>
          </p:nvPr>
        </p:nvSpPr>
        <p:spPr/>
        <p:txBody>
          <a:bodyPr/>
          <a:lstStyle/>
          <a:p>
            <a:pPr marL="38100" lvl="0" indent="0" algn="l" rtl="0">
              <a:spcBef>
                <a:spcPts val="0"/>
              </a:spcBef>
              <a:spcAft>
                <a:spcPts val="0"/>
              </a:spcAft>
              <a:buNone/>
            </a:pPr>
            <a:fld id="{00000000-1234-1234-1234-123412341234}" type="slidenum">
              <a:rPr lang="en-US" smtClean="0"/>
              <a:t>7</a:t>
            </a:fld>
            <a:endParaRPr lang="en-US"/>
          </a:p>
        </p:txBody>
      </p:sp>
    </p:spTree>
    <p:extLst>
      <p:ext uri="{BB962C8B-B14F-4D97-AF65-F5344CB8AC3E}">
        <p14:creationId xmlns:p14="http://schemas.microsoft.com/office/powerpoint/2010/main" val="76074054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99030E-AE4B-4E06-A55B-3F7A7756E44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D289D89-F263-6E34-2E57-8162397A84B5}"/>
              </a:ext>
            </a:extLst>
          </p:cNvPr>
          <p:cNvSpPr>
            <a:spLocks noGrp="1"/>
          </p:cNvSpPr>
          <p:nvPr>
            <p:ph type="ctrTitle"/>
          </p:nvPr>
        </p:nvSpPr>
        <p:spPr>
          <a:xfrm>
            <a:off x="916188" y="248018"/>
            <a:ext cx="10363200" cy="553998"/>
          </a:xfrm>
        </p:spPr>
        <p:txBody>
          <a:bodyPr/>
          <a:lstStyle/>
          <a:p>
            <a:pPr algn="ctr"/>
            <a:r>
              <a:rPr lang="en-IN" sz="3600" dirty="0">
                <a:latin typeface="Times New Roman" panose="02020603050405020304" pitchFamily="18" charset="0"/>
                <a:cs typeface="Times New Roman" panose="02020603050405020304" pitchFamily="18" charset="0"/>
              </a:rPr>
              <a:t>Proposed System</a:t>
            </a:r>
            <a:endParaRPr lang="en-IN" sz="3600" b="1" dirty="0">
              <a:latin typeface="Times New Roman" panose="02020603050405020304" pitchFamily="18" charset="0"/>
              <a:cs typeface="Times New Roman" panose="02020603050405020304" pitchFamily="18" charset="0"/>
            </a:endParaRPr>
          </a:p>
        </p:txBody>
      </p:sp>
      <p:sp>
        <p:nvSpPr>
          <p:cNvPr id="4" name="Slide Number Placeholder 3">
            <a:extLst>
              <a:ext uri="{FF2B5EF4-FFF2-40B4-BE49-F238E27FC236}">
                <a16:creationId xmlns:a16="http://schemas.microsoft.com/office/drawing/2014/main" id="{D5546476-9AD1-AA21-3DC3-9BF366CE64F1}"/>
              </a:ext>
            </a:extLst>
          </p:cNvPr>
          <p:cNvSpPr>
            <a:spLocks noGrp="1"/>
          </p:cNvSpPr>
          <p:nvPr>
            <p:ph type="sldNum" idx="12"/>
          </p:nvPr>
        </p:nvSpPr>
        <p:spPr/>
        <p:txBody>
          <a:bodyPr/>
          <a:lstStyle/>
          <a:p>
            <a:pPr marL="38100" lvl="0" indent="0" algn="l" rtl="0">
              <a:spcBef>
                <a:spcPts val="0"/>
              </a:spcBef>
              <a:spcAft>
                <a:spcPts val="0"/>
              </a:spcAft>
              <a:buNone/>
            </a:pPr>
            <a:fld id="{00000000-1234-1234-1234-123412341234}" type="slidenum">
              <a:rPr lang="en-US" smtClean="0"/>
              <a:t>8</a:t>
            </a:fld>
            <a:endParaRPr lang="en-US"/>
          </a:p>
        </p:txBody>
      </p:sp>
      <p:sp>
        <p:nvSpPr>
          <p:cNvPr id="8" name="TextBox 7">
            <a:extLst>
              <a:ext uri="{FF2B5EF4-FFF2-40B4-BE49-F238E27FC236}">
                <a16:creationId xmlns:a16="http://schemas.microsoft.com/office/drawing/2014/main" id="{F4EE84B2-38AC-46E8-893E-FBB00ACDA480}"/>
              </a:ext>
            </a:extLst>
          </p:cNvPr>
          <p:cNvSpPr txBox="1"/>
          <p:nvPr/>
        </p:nvSpPr>
        <p:spPr>
          <a:xfrm>
            <a:off x="2448232" y="1134695"/>
            <a:ext cx="7934633" cy="5047536"/>
          </a:xfrm>
          <a:prstGeom prst="rect">
            <a:avLst/>
          </a:prstGeom>
          <a:noFill/>
        </p:spPr>
        <p:txBody>
          <a:bodyPr wrap="square">
            <a:spAutoFit/>
          </a:bodyPr>
          <a:lstStyle/>
          <a:p>
            <a:pPr algn="ctr"/>
            <a:r>
              <a:rPr lang="en-IN" dirty="0"/>
              <a:t>API Traffic Logs</a:t>
            </a:r>
          </a:p>
          <a:p>
            <a:pPr algn="ctr"/>
            <a:r>
              <a:rPr lang="en-IN" dirty="0"/>
              <a:t>          ↓</a:t>
            </a:r>
          </a:p>
          <a:p>
            <a:pPr algn="ctr"/>
            <a:r>
              <a:rPr lang="en-IN" dirty="0"/>
              <a:t>Data Collection</a:t>
            </a:r>
          </a:p>
          <a:p>
            <a:pPr algn="ctr"/>
            <a:r>
              <a:rPr lang="en-IN" dirty="0"/>
              <a:t>          ↓</a:t>
            </a:r>
          </a:p>
          <a:p>
            <a:pPr algn="ctr"/>
            <a:r>
              <a:rPr lang="en-IN" dirty="0"/>
              <a:t>Preprocessing</a:t>
            </a:r>
          </a:p>
          <a:p>
            <a:pPr algn="ctr"/>
            <a:r>
              <a:rPr lang="en-IN" dirty="0"/>
              <a:t>          ↓</a:t>
            </a:r>
          </a:p>
          <a:p>
            <a:pPr algn="ctr"/>
            <a:r>
              <a:rPr lang="en-IN" dirty="0"/>
              <a:t>Feature Engineering</a:t>
            </a:r>
          </a:p>
          <a:p>
            <a:pPr algn="ctr"/>
            <a:r>
              <a:rPr lang="en-IN" dirty="0"/>
              <a:t>          ↓</a:t>
            </a:r>
          </a:p>
          <a:p>
            <a:pPr algn="ctr"/>
            <a:r>
              <a:rPr lang="en-IN" dirty="0" err="1"/>
              <a:t>Behavior</a:t>
            </a:r>
            <a:r>
              <a:rPr lang="en-IN" dirty="0"/>
              <a:t> Analysis</a:t>
            </a:r>
          </a:p>
          <a:p>
            <a:pPr algn="ctr"/>
            <a:r>
              <a:rPr lang="en-IN" dirty="0"/>
              <a:t>          ↓</a:t>
            </a:r>
          </a:p>
          <a:p>
            <a:pPr algn="ctr"/>
            <a:r>
              <a:rPr lang="en-IN" dirty="0"/>
              <a:t>Machine Learning Model</a:t>
            </a:r>
          </a:p>
          <a:p>
            <a:pPr algn="ctr"/>
            <a:r>
              <a:rPr lang="en-IN" dirty="0"/>
              <a:t>(Random Forest / </a:t>
            </a:r>
            <a:r>
              <a:rPr lang="en-IN" dirty="0" err="1"/>
              <a:t>XGBoost</a:t>
            </a:r>
            <a:r>
              <a:rPr lang="en-IN" dirty="0"/>
              <a:t> /</a:t>
            </a:r>
          </a:p>
          <a:p>
            <a:pPr algn="ctr"/>
            <a:r>
              <a:rPr lang="en-IN" dirty="0"/>
              <a:t>Isolation Forest / LSTM)</a:t>
            </a:r>
          </a:p>
          <a:p>
            <a:pPr algn="ctr"/>
            <a:r>
              <a:rPr lang="en-IN" dirty="0"/>
              <a:t>          ↓</a:t>
            </a:r>
          </a:p>
          <a:p>
            <a:pPr algn="ctr"/>
            <a:r>
              <a:rPr lang="en-IN" dirty="0"/>
              <a:t>Anomaly Detection</a:t>
            </a:r>
          </a:p>
          <a:p>
            <a:pPr algn="ctr"/>
            <a:r>
              <a:rPr lang="en-IN" dirty="0"/>
              <a:t>          ↓</a:t>
            </a:r>
          </a:p>
          <a:p>
            <a:pPr algn="ctr"/>
            <a:r>
              <a:rPr lang="en-IN" dirty="0"/>
              <a:t>Abuse Detection</a:t>
            </a:r>
          </a:p>
          <a:p>
            <a:pPr algn="ctr"/>
            <a:r>
              <a:rPr lang="en-IN" dirty="0"/>
              <a:t>          ↓</a:t>
            </a:r>
          </a:p>
          <a:p>
            <a:pPr algn="ctr"/>
            <a:r>
              <a:rPr lang="en-IN" dirty="0"/>
              <a:t>SHAP Explainability</a:t>
            </a:r>
          </a:p>
          <a:p>
            <a:pPr algn="ctr"/>
            <a:r>
              <a:rPr lang="en-IN" dirty="0"/>
              <a:t>          ↓</a:t>
            </a:r>
          </a:p>
          <a:p>
            <a:pPr algn="ctr"/>
            <a:r>
              <a:rPr lang="en-IN" dirty="0"/>
              <a:t>Risk Scoring</a:t>
            </a:r>
          </a:p>
          <a:p>
            <a:pPr algn="ctr"/>
            <a:r>
              <a:rPr lang="en-IN" dirty="0"/>
              <a:t>          ↓</a:t>
            </a:r>
          </a:p>
          <a:p>
            <a:pPr algn="ctr"/>
            <a:r>
              <a:rPr lang="en-IN" dirty="0"/>
              <a:t>Real-Time Alert Dashboard</a:t>
            </a:r>
          </a:p>
        </p:txBody>
      </p:sp>
    </p:spTree>
    <p:extLst>
      <p:ext uri="{BB962C8B-B14F-4D97-AF65-F5344CB8AC3E}">
        <p14:creationId xmlns:p14="http://schemas.microsoft.com/office/powerpoint/2010/main" val="95872228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39C8B2-E335-7962-17C6-02A184AFB75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01DE368-F371-8BA2-8170-0B06BDFC086D}"/>
              </a:ext>
            </a:extLst>
          </p:cNvPr>
          <p:cNvSpPr>
            <a:spLocks noGrp="1"/>
          </p:cNvSpPr>
          <p:nvPr>
            <p:ph type="ctrTitle"/>
          </p:nvPr>
        </p:nvSpPr>
        <p:spPr>
          <a:xfrm>
            <a:off x="916188" y="248018"/>
            <a:ext cx="10363200" cy="553998"/>
          </a:xfrm>
        </p:spPr>
        <p:txBody>
          <a:bodyPr/>
          <a:lstStyle/>
          <a:p>
            <a:pPr algn="ctr"/>
            <a:r>
              <a:rPr lang="en-IN" sz="3600" dirty="0">
                <a:latin typeface="Times New Roman" panose="02020603050405020304" pitchFamily="18" charset="0"/>
                <a:cs typeface="Times New Roman" panose="02020603050405020304" pitchFamily="18" charset="0"/>
              </a:rPr>
              <a:t>Objectives</a:t>
            </a:r>
            <a:endParaRPr lang="en-IN" sz="3600" b="1" dirty="0">
              <a:latin typeface="Times New Roman" panose="02020603050405020304" pitchFamily="18" charset="0"/>
              <a:cs typeface="Times New Roman" panose="02020603050405020304" pitchFamily="18" charset="0"/>
            </a:endParaRPr>
          </a:p>
        </p:txBody>
      </p:sp>
      <p:sp>
        <p:nvSpPr>
          <p:cNvPr id="4" name="Slide Number Placeholder 3">
            <a:extLst>
              <a:ext uri="{FF2B5EF4-FFF2-40B4-BE49-F238E27FC236}">
                <a16:creationId xmlns:a16="http://schemas.microsoft.com/office/drawing/2014/main" id="{CA83CD03-2C1F-CABC-B2A5-65DB078E0082}"/>
              </a:ext>
            </a:extLst>
          </p:cNvPr>
          <p:cNvSpPr>
            <a:spLocks noGrp="1"/>
          </p:cNvSpPr>
          <p:nvPr>
            <p:ph type="sldNum" idx="12"/>
          </p:nvPr>
        </p:nvSpPr>
        <p:spPr/>
        <p:txBody>
          <a:bodyPr/>
          <a:lstStyle/>
          <a:p>
            <a:pPr marL="38100" lvl="0" indent="0" algn="l" rtl="0">
              <a:spcBef>
                <a:spcPts val="0"/>
              </a:spcBef>
              <a:spcAft>
                <a:spcPts val="0"/>
              </a:spcAft>
              <a:buNone/>
            </a:pPr>
            <a:fld id="{00000000-1234-1234-1234-123412341234}" type="slidenum">
              <a:rPr lang="en-US" smtClean="0"/>
              <a:t>9</a:t>
            </a:fld>
            <a:endParaRPr lang="en-US"/>
          </a:p>
        </p:txBody>
      </p:sp>
      <p:sp>
        <p:nvSpPr>
          <p:cNvPr id="3" name="TextBox 2">
            <a:extLst>
              <a:ext uri="{FF2B5EF4-FFF2-40B4-BE49-F238E27FC236}">
                <a16:creationId xmlns:a16="http://schemas.microsoft.com/office/drawing/2014/main" id="{0CBE8725-EC16-6507-CC8B-AD58D95B1433}"/>
              </a:ext>
            </a:extLst>
          </p:cNvPr>
          <p:cNvSpPr txBox="1"/>
          <p:nvPr/>
        </p:nvSpPr>
        <p:spPr>
          <a:xfrm>
            <a:off x="1563329" y="1070856"/>
            <a:ext cx="10284542" cy="5444054"/>
          </a:xfrm>
          <a:prstGeom prst="rect">
            <a:avLst/>
          </a:prstGeom>
          <a:noFill/>
        </p:spPr>
        <p:txBody>
          <a:bodyPr wrap="square" rtlCol="0">
            <a:spAutoFit/>
          </a:bodyPr>
          <a:lstStyle/>
          <a:p>
            <a:pPr>
              <a:lnSpc>
                <a:spcPct val="150000"/>
              </a:lnSpc>
            </a:pPr>
            <a:r>
              <a:rPr lang="en-IN" sz="1800" dirty="0">
                <a:latin typeface="Times New Roman" panose="02020603050405020304" pitchFamily="18" charset="0"/>
                <a:cs typeface="Times New Roman" panose="02020603050405020304" pitchFamily="18" charset="0"/>
              </a:rPr>
              <a:t>Develop a Machine Learning-Based API Anomaly and Abuse Detection System capable of identifying malicious API activities in real time.</a:t>
            </a:r>
          </a:p>
          <a:p>
            <a:pPr>
              <a:lnSpc>
                <a:spcPct val="150000"/>
              </a:lnSpc>
            </a:pPr>
            <a:r>
              <a:rPr lang="en-IN" sz="1800" b="1" dirty="0">
                <a:latin typeface="Times New Roman" panose="02020603050405020304" pitchFamily="18" charset="0"/>
                <a:cs typeface="Times New Roman" panose="02020603050405020304" pitchFamily="18" charset="0"/>
              </a:rPr>
              <a:t>Specific Objectives</a:t>
            </a:r>
          </a:p>
          <a:p>
            <a:pPr marL="285750" indent="-285750">
              <a:lnSpc>
                <a:spcPct val="150000"/>
              </a:lnSpc>
              <a:buFont typeface="Arial" panose="020B0604020202020204" pitchFamily="34" charset="0"/>
              <a:buChar char="•"/>
            </a:pPr>
            <a:r>
              <a:rPr lang="en-IN" sz="1800" dirty="0" err="1">
                <a:latin typeface="Times New Roman" panose="02020603050405020304" pitchFamily="18" charset="0"/>
                <a:cs typeface="Times New Roman" panose="02020603050405020304" pitchFamily="18" charset="0"/>
              </a:rPr>
              <a:t>Analyze</a:t>
            </a:r>
            <a:r>
              <a:rPr lang="en-IN" sz="1800" dirty="0">
                <a:latin typeface="Times New Roman" panose="02020603050405020304" pitchFamily="18" charset="0"/>
                <a:cs typeface="Times New Roman" panose="02020603050405020304" pitchFamily="18" charset="0"/>
              </a:rPr>
              <a:t> API traffic </a:t>
            </a:r>
            <a:r>
              <a:rPr lang="en-IN" sz="1800" dirty="0" err="1">
                <a:latin typeface="Times New Roman" panose="02020603050405020304" pitchFamily="18" charset="0"/>
                <a:cs typeface="Times New Roman" panose="02020603050405020304" pitchFamily="18" charset="0"/>
              </a:rPr>
              <a:t>behavior</a:t>
            </a:r>
            <a:r>
              <a:rPr lang="en-IN" sz="1800" dirty="0">
                <a:latin typeface="Times New Roman" panose="02020603050405020304" pitchFamily="18" charset="0"/>
                <a:cs typeface="Times New Roman" panose="02020603050405020304" pitchFamily="18" charset="0"/>
              </a:rPr>
              <a:t>. </a:t>
            </a:r>
          </a:p>
          <a:p>
            <a:pPr marL="285750" indent="-285750">
              <a:lnSpc>
                <a:spcPct val="150000"/>
              </a:lnSpc>
              <a:buFont typeface="Arial" panose="020B0604020202020204" pitchFamily="34" charset="0"/>
              <a:buChar char="•"/>
            </a:pPr>
            <a:r>
              <a:rPr lang="en-IN" sz="1800" dirty="0">
                <a:latin typeface="Times New Roman" panose="02020603050405020304" pitchFamily="18" charset="0"/>
                <a:cs typeface="Times New Roman" panose="02020603050405020304" pitchFamily="18" charset="0"/>
              </a:rPr>
              <a:t>Extract behavioral features. </a:t>
            </a:r>
          </a:p>
          <a:p>
            <a:pPr marL="285750" indent="-285750">
              <a:lnSpc>
                <a:spcPct val="150000"/>
              </a:lnSpc>
              <a:buFont typeface="Arial" panose="020B0604020202020204" pitchFamily="34" charset="0"/>
              <a:buChar char="•"/>
            </a:pPr>
            <a:r>
              <a:rPr lang="en-IN" sz="1800" dirty="0">
                <a:latin typeface="Times New Roman" panose="02020603050405020304" pitchFamily="18" charset="0"/>
                <a:cs typeface="Times New Roman" panose="02020603050405020304" pitchFamily="18" charset="0"/>
              </a:rPr>
              <a:t>Detect anomalous API requests. </a:t>
            </a:r>
          </a:p>
          <a:p>
            <a:pPr marL="285750" indent="-285750">
              <a:lnSpc>
                <a:spcPct val="150000"/>
              </a:lnSpc>
              <a:buFont typeface="Arial" panose="020B0604020202020204" pitchFamily="34" charset="0"/>
              <a:buChar char="•"/>
            </a:pPr>
            <a:r>
              <a:rPr lang="en-IN" sz="1800" dirty="0">
                <a:latin typeface="Times New Roman" panose="02020603050405020304" pitchFamily="18" charset="0"/>
                <a:cs typeface="Times New Roman" panose="02020603050405020304" pitchFamily="18" charset="0"/>
              </a:rPr>
              <a:t>Identify abusive user activities. </a:t>
            </a:r>
          </a:p>
          <a:p>
            <a:pPr marL="285750" indent="-285750">
              <a:lnSpc>
                <a:spcPct val="150000"/>
              </a:lnSpc>
              <a:buFont typeface="Arial" panose="020B0604020202020204" pitchFamily="34" charset="0"/>
              <a:buChar char="•"/>
            </a:pPr>
            <a:r>
              <a:rPr lang="en-IN" sz="1800" dirty="0">
                <a:latin typeface="Times New Roman" panose="02020603050405020304" pitchFamily="18" charset="0"/>
                <a:cs typeface="Times New Roman" panose="02020603050405020304" pitchFamily="18" charset="0"/>
              </a:rPr>
              <a:t>Reduce false positive rates. </a:t>
            </a:r>
          </a:p>
          <a:p>
            <a:pPr marL="285750" indent="-285750">
              <a:lnSpc>
                <a:spcPct val="150000"/>
              </a:lnSpc>
              <a:buFont typeface="Arial" panose="020B0604020202020204" pitchFamily="34" charset="0"/>
              <a:buChar char="•"/>
            </a:pPr>
            <a:r>
              <a:rPr lang="en-IN" sz="1800" dirty="0">
                <a:latin typeface="Times New Roman" panose="02020603050405020304" pitchFamily="18" charset="0"/>
                <a:cs typeface="Times New Roman" panose="02020603050405020304" pitchFamily="18" charset="0"/>
              </a:rPr>
              <a:t>Improve detection accuracy. </a:t>
            </a:r>
          </a:p>
          <a:p>
            <a:pPr marL="285750" indent="-285750">
              <a:lnSpc>
                <a:spcPct val="150000"/>
              </a:lnSpc>
              <a:buFont typeface="Arial" panose="020B0604020202020204" pitchFamily="34" charset="0"/>
              <a:buChar char="•"/>
            </a:pPr>
            <a:r>
              <a:rPr lang="en-IN" sz="1800" dirty="0">
                <a:latin typeface="Times New Roman" panose="02020603050405020304" pitchFamily="18" charset="0"/>
                <a:cs typeface="Times New Roman" panose="02020603050405020304" pitchFamily="18" charset="0"/>
              </a:rPr>
              <a:t>Generate explainable predictions. </a:t>
            </a:r>
          </a:p>
          <a:p>
            <a:pPr marL="285750" indent="-285750">
              <a:lnSpc>
                <a:spcPct val="150000"/>
              </a:lnSpc>
              <a:buFont typeface="Arial" panose="020B0604020202020204" pitchFamily="34" charset="0"/>
              <a:buChar char="•"/>
            </a:pPr>
            <a:r>
              <a:rPr lang="en-IN" sz="1800" dirty="0">
                <a:latin typeface="Times New Roman" panose="02020603050405020304" pitchFamily="18" charset="0"/>
                <a:cs typeface="Times New Roman" panose="02020603050405020304" pitchFamily="18" charset="0"/>
              </a:rPr>
              <a:t>Enable real-time threat monitoring. </a:t>
            </a:r>
          </a:p>
          <a:p>
            <a:pPr marL="285750" indent="-285750">
              <a:lnSpc>
                <a:spcPct val="150000"/>
              </a:lnSpc>
              <a:buFont typeface="Arial" panose="020B0604020202020204" pitchFamily="34" charset="0"/>
              <a:buChar char="•"/>
            </a:pPr>
            <a:r>
              <a:rPr lang="en-IN" sz="1800" dirty="0">
                <a:latin typeface="Times New Roman" panose="02020603050405020304" pitchFamily="18" charset="0"/>
                <a:cs typeface="Times New Roman" panose="02020603050405020304" pitchFamily="18" charset="0"/>
              </a:rPr>
              <a:t>Support scalable cloud deployment.</a:t>
            </a:r>
          </a:p>
          <a:p>
            <a:pPr>
              <a:lnSpc>
                <a:spcPct val="150000"/>
              </a:lnSpc>
            </a:pPr>
            <a:endParaRPr lang="en-IN" sz="1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28020990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DA4BCC-A5EE-5DC1-CEF5-B77E2D0517E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E3F471A-3F0B-1820-1DDC-786332BE637F}"/>
              </a:ext>
            </a:extLst>
          </p:cNvPr>
          <p:cNvSpPr>
            <a:spLocks noGrp="1"/>
          </p:cNvSpPr>
          <p:nvPr>
            <p:ph type="ctrTitle"/>
          </p:nvPr>
        </p:nvSpPr>
        <p:spPr>
          <a:xfrm>
            <a:off x="916188" y="248018"/>
            <a:ext cx="10363200" cy="553998"/>
          </a:xfrm>
        </p:spPr>
        <p:txBody>
          <a:bodyPr/>
          <a:lstStyle/>
          <a:p>
            <a:pPr algn="ctr"/>
            <a:r>
              <a:rPr lang="en-IN" sz="3600" b="1" dirty="0">
                <a:latin typeface="Times New Roman" panose="02020603050405020304" pitchFamily="18" charset="0"/>
                <a:cs typeface="Times New Roman" panose="02020603050405020304" pitchFamily="18" charset="0"/>
              </a:rPr>
              <a:t>Novelty</a:t>
            </a:r>
          </a:p>
        </p:txBody>
      </p:sp>
      <p:sp>
        <p:nvSpPr>
          <p:cNvPr id="4" name="Slide Number Placeholder 3">
            <a:extLst>
              <a:ext uri="{FF2B5EF4-FFF2-40B4-BE49-F238E27FC236}">
                <a16:creationId xmlns:a16="http://schemas.microsoft.com/office/drawing/2014/main" id="{26829362-1B8D-9B96-98AF-44C0E6BE4AD9}"/>
              </a:ext>
            </a:extLst>
          </p:cNvPr>
          <p:cNvSpPr>
            <a:spLocks noGrp="1"/>
          </p:cNvSpPr>
          <p:nvPr>
            <p:ph type="sldNum" idx="12"/>
          </p:nvPr>
        </p:nvSpPr>
        <p:spPr>
          <a:xfrm>
            <a:off x="11034279" y="6449961"/>
            <a:ext cx="410469" cy="346253"/>
          </a:xfrm>
        </p:spPr>
        <p:txBody>
          <a:bodyPr/>
          <a:lstStyle/>
          <a:p>
            <a:pPr marL="38100" lvl="0" indent="0" algn="l" rtl="0">
              <a:spcBef>
                <a:spcPts val="0"/>
              </a:spcBef>
              <a:spcAft>
                <a:spcPts val="0"/>
              </a:spcAft>
              <a:buNone/>
            </a:pPr>
            <a:fld id="{00000000-1234-1234-1234-123412341234}" type="slidenum">
              <a:rPr lang="en-US" smtClean="0"/>
              <a:t>10</a:t>
            </a:fld>
            <a:endParaRPr lang="en-US"/>
          </a:p>
        </p:txBody>
      </p:sp>
      <p:sp>
        <p:nvSpPr>
          <p:cNvPr id="5" name="TextBox 4">
            <a:extLst>
              <a:ext uri="{FF2B5EF4-FFF2-40B4-BE49-F238E27FC236}">
                <a16:creationId xmlns:a16="http://schemas.microsoft.com/office/drawing/2014/main" id="{5F67D12B-E534-3A85-DB2A-59EE1CAFA3FC}"/>
              </a:ext>
            </a:extLst>
          </p:cNvPr>
          <p:cNvSpPr txBox="1"/>
          <p:nvPr/>
        </p:nvSpPr>
        <p:spPr>
          <a:xfrm>
            <a:off x="3038167" y="1277577"/>
            <a:ext cx="7622486" cy="3782061"/>
          </a:xfrm>
          <a:prstGeom prst="rect">
            <a:avLst/>
          </a:prstGeom>
          <a:noFill/>
        </p:spPr>
        <p:txBody>
          <a:bodyPr wrap="square">
            <a:spAutoFit/>
          </a:bodyPr>
          <a:lstStyle/>
          <a:p>
            <a:pPr marL="285750" indent="-285750">
              <a:lnSpc>
                <a:spcPct val="150000"/>
              </a:lnSpc>
              <a:buFont typeface="Arial" panose="020B0604020202020204" pitchFamily="34" charset="0"/>
              <a:buChar char="•"/>
            </a:pPr>
            <a:r>
              <a:rPr lang="en-IN" sz="1800" dirty="0">
                <a:latin typeface="Times New Roman" panose="02020603050405020304" pitchFamily="18" charset="0"/>
                <a:cs typeface="Times New Roman" panose="02020603050405020304" pitchFamily="18" charset="0"/>
              </a:rPr>
              <a:t>Our proposed work extends existing studies by integrating:</a:t>
            </a:r>
          </a:p>
          <a:p>
            <a:pPr marL="285750" indent="-285750">
              <a:lnSpc>
                <a:spcPct val="150000"/>
              </a:lnSpc>
              <a:buFont typeface="Arial" panose="020B0604020202020204" pitchFamily="34" charset="0"/>
              <a:buChar char="•"/>
            </a:pPr>
            <a:r>
              <a:rPr lang="en-IN" sz="1800" dirty="0">
                <a:latin typeface="Times New Roman" panose="02020603050405020304" pitchFamily="18" charset="0"/>
                <a:cs typeface="Times New Roman" panose="02020603050405020304" pitchFamily="18" charset="0"/>
              </a:rPr>
              <a:t>Behavioral-based API profiling. </a:t>
            </a:r>
          </a:p>
          <a:p>
            <a:pPr marL="285750" indent="-285750">
              <a:lnSpc>
                <a:spcPct val="150000"/>
              </a:lnSpc>
              <a:buFont typeface="Arial" panose="020B0604020202020204" pitchFamily="34" charset="0"/>
              <a:buChar char="•"/>
            </a:pPr>
            <a:r>
              <a:rPr lang="en-IN" sz="1800" dirty="0">
                <a:latin typeface="Times New Roman" panose="02020603050405020304" pitchFamily="18" charset="0"/>
                <a:cs typeface="Times New Roman" panose="02020603050405020304" pitchFamily="18" charset="0"/>
              </a:rPr>
              <a:t>Machine Learning-driven anomaly detection. </a:t>
            </a:r>
          </a:p>
          <a:p>
            <a:pPr marL="285750" indent="-285750">
              <a:lnSpc>
                <a:spcPct val="150000"/>
              </a:lnSpc>
              <a:buFont typeface="Arial" panose="020B0604020202020204" pitchFamily="34" charset="0"/>
              <a:buChar char="•"/>
            </a:pPr>
            <a:r>
              <a:rPr lang="en-IN" sz="1800" dirty="0">
                <a:latin typeface="Times New Roman" panose="02020603050405020304" pitchFamily="18" charset="0"/>
                <a:cs typeface="Times New Roman" panose="02020603050405020304" pitchFamily="18" charset="0"/>
              </a:rPr>
              <a:t>API abuse detection framework. </a:t>
            </a:r>
          </a:p>
          <a:p>
            <a:pPr marL="285750" indent="-285750">
              <a:lnSpc>
                <a:spcPct val="150000"/>
              </a:lnSpc>
              <a:buFont typeface="Arial" panose="020B0604020202020204" pitchFamily="34" charset="0"/>
              <a:buChar char="•"/>
            </a:pPr>
            <a:r>
              <a:rPr lang="en-IN" sz="1800" dirty="0">
                <a:latin typeface="Times New Roman" panose="02020603050405020304" pitchFamily="18" charset="0"/>
                <a:cs typeface="Times New Roman" panose="02020603050405020304" pitchFamily="18" charset="0"/>
              </a:rPr>
              <a:t>Explainable AI using SHAP. </a:t>
            </a:r>
          </a:p>
          <a:p>
            <a:pPr marL="285750" indent="-285750">
              <a:lnSpc>
                <a:spcPct val="150000"/>
              </a:lnSpc>
              <a:buFont typeface="Arial" panose="020B0604020202020204" pitchFamily="34" charset="0"/>
              <a:buChar char="•"/>
            </a:pPr>
            <a:r>
              <a:rPr lang="en-IN" sz="1800" dirty="0">
                <a:latin typeface="Times New Roman" panose="02020603050405020304" pitchFamily="18" charset="0"/>
                <a:cs typeface="Times New Roman" panose="02020603050405020304" pitchFamily="18" charset="0"/>
              </a:rPr>
              <a:t>Real-time monitoring dashboard. </a:t>
            </a:r>
          </a:p>
          <a:p>
            <a:pPr marL="285750" indent="-285750">
              <a:lnSpc>
                <a:spcPct val="150000"/>
              </a:lnSpc>
              <a:buFont typeface="Arial" panose="020B0604020202020204" pitchFamily="34" charset="0"/>
              <a:buChar char="•"/>
            </a:pPr>
            <a:r>
              <a:rPr lang="en-IN" sz="1800" dirty="0">
                <a:latin typeface="Times New Roman" panose="02020603050405020304" pitchFamily="18" charset="0"/>
                <a:cs typeface="Times New Roman" panose="02020603050405020304" pitchFamily="18" charset="0"/>
              </a:rPr>
              <a:t>Adaptive detection mechanism. </a:t>
            </a:r>
          </a:p>
          <a:p>
            <a:pPr marL="285750" indent="-285750">
              <a:lnSpc>
                <a:spcPct val="150000"/>
              </a:lnSpc>
              <a:buFont typeface="Arial" panose="020B0604020202020204" pitchFamily="34" charset="0"/>
              <a:buChar char="•"/>
            </a:pPr>
            <a:r>
              <a:rPr lang="en-IN" sz="1800" dirty="0">
                <a:latin typeface="Times New Roman" panose="02020603050405020304" pitchFamily="18" charset="0"/>
                <a:cs typeface="Times New Roman" panose="02020603050405020304" pitchFamily="18" charset="0"/>
              </a:rPr>
              <a:t>Risk scoring and alert prioritization. </a:t>
            </a:r>
          </a:p>
          <a:p>
            <a:pPr marL="285750" indent="-285750">
              <a:lnSpc>
                <a:spcPct val="150000"/>
              </a:lnSpc>
              <a:buFont typeface="Arial" panose="020B0604020202020204" pitchFamily="34" charset="0"/>
              <a:buChar char="•"/>
            </a:pPr>
            <a:r>
              <a:rPr lang="en-IN" sz="1800" dirty="0">
                <a:latin typeface="Times New Roman" panose="02020603050405020304" pitchFamily="18" charset="0"/>
                <a:cs typeface="Times New Roman" panose="02020603050405020304" pitchFamily="18" charset="0"/>
              </a:rPr>
              <a:t>Unified anomaly and abuse detection platform.</a:t>
            </a:r>
          </a:p>
        </p:txBody>
      </p:sp>
    </p:spTree>
    <p:extLst>
      <p:ext uri="{BB962C8B-B14F-4D97-AF65-F5344CB8AC3E}">
        <p14:creationId xmlns:p14="http://schemas.microsoft.com/office/powerpoint/2010/main" val="145359972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16BC9D-289B-1940-80E8-24617EF0BE83}"/>
              </a:ext>
            </a:extLst>
          </p:cNvPr>
          <p:cNvSpPr>
            <a:spLocks noGrp="1"/>
          </p:cNvSpPr>
          <p:nvPr>
            <p:ph type="ctrTitle"/>
          </p:nvPr>
        </p:nvSpPr>
        <p:spPr>
          <a:xfrm>
            <a:off x="1317523" y="405214"/>
            <a:ext cx="10245213" cy="492443"/>
          </a:xfrm>
        </p:spPr>
        <p:txBody>
          <a:bodyPr/>
          <a:lstStyle/>
          <a:p>
            <a:pPr algn="ctr"/>
            <a:r>
              <a:rPr lang="en-IN" sz="3200" dirty="0">
                <a:latin typeface="Times New Roman" panose="02020603050405020304" pitchFamily="18" charset="0"/>
                <a:cs typeface="Times New Roman" panose="02020603050405020304" pitchFamily="18" charset="0"/>
              </a:rPr>
              <a:t>Expected Outcome</a:t>
            </a:r>
          </a:p>
        </p:txBody>
      </p:sp>
      <p:sp>
        <p:nvSpPr>
          <p:cNvPr id="3" name="Subtitle 2">
            <a:extLst>
              <a:ext uri="{FF2B5EF4-FFF2-40B4-BE49-F238E27FC236}">
                <a16:creationId xmlns:a16="http://schemas.microsoft.com/office/drawing/2014/main" id="{0F30BDAE-DDCF-B7F2-1C41-AB239D9B2360}"/>
              </a:ext>
            </a:extLst>
          </p:cNvPr>
          <p:cNvSpPr>
            <a:spLocks noGrp="1"/>
          </p:cNvSpPr>
          <p:nvPr>
            <p:ph type="subTitle" idx="1"/>
          </p:nvPr>
        </p:nvSpPr>
        <p:spPr>
          <a:xfrm>
            <a:off x="2193291" y="1421253"/>
            <a:ext cx="8840988" cy="4015494"/>
          </a:xfrm>
        </p:spPr>
        <p:txBody>
          <a:bodyPr/>
          <a:lstStyle/>
          <a:p>
            <a:pPr marL="571500" indent="-342900" algn="just">
              <a:lnSpc>
                <a:spcPct val="150000"/>
              </a:lnSpc>
              <a:buFont typeface="Arial" panose="020B0604020202020204" pitchFamily="34" charset="0"/>
              <a:buChar char="•"/>
            </a:pPr>
            <a:r>
              <a:rPr lang="en-IN" dirty="0"/>
              <a:t>Early identification of API anomalies. </a:t>
            </a:r>
          </a:p>
          <a:p>
            <a:pPr marL="571500" indent="-342900" algn="just">
              <a:lnSpc>
                <a:spcPct val="150000"/>
              </a:lnSpc>
              <a:buFont typeface="Arial" panose="020B0604020202020204" pitchFamily="34" charset="0"/>
              <a:buChar char="•"/>
            </a:pPr>
            <a:r>
              <a:rPr lang="en-IN" dirty="0"/>
              <a:t>Detection of abusive API usage. Improved detection accuracy.</a:t>
            </a:r>
          </a:p>
          <a:p>
            <a:pPr marL="571500" indent="-342900" algn="just">
              <a:lnSpc>
                <a:spcPct val="150000"/>
              </a:lnSpc>
              <a:buFont typeface="Arial" panose="020B0604020202020204" pitchFamily="34" charset="0"/>
              <a:buChar char="•"/>
            </a:pPr>
            <a:r>
              <a:rPr lang="en-IN" dirty="0"/>
              <a:t> Reduced false positive rate. Better protection against zero-day attacks. </a:t>
            </a:r>
          </a:p>
          <a:p>
            <a:pPr marL="571500" indent="-342900" algn="just">
              <a:lnSpc>
                <a:spcPct val="150000"/>
              </a:lnSpc>
              <a:buFont typeface="Arial" panose="020B0604020202020204" pitchFamily="34" charset="0"/>
              <a:buChar char="•"/>
            </a:pPr>
            <a:r>
              <a:rPr lang="en-IN" dirty="0"/>
              <a:t>Real-time threat alerts. Enhanced API security posture. </a:t>
            </a:r>
          </a:p>
          <a:p>
            <a:pPr marL="571500" indent="-342900" algn="just">
              <a:lnSpc>
                <a:spcPct val="150000"/>
              </a:lnSpc>
              <a:buFont typeface="Arial" panose="020B0604020202020204" pitchFamily="34" charset="0"/>
              <a:buChar char="•"/>
            </a:pPr>
            <a:r>
              <a:rPr lang="en-IN" dirty="0"/>
              <a:t>Improved service availability. </a:t>
            </a:r>
          </a:p>
          <a:p>
            <a:pPr marL="571500" indent="-342900" algn="just">
              <a:lnSpc>
                <a:spcPct val="150000"/>
              </a:lnSpc>
              <a:buFont typeface="Arial" panose="020B0604020202020204" pitchFamily="34" charset="0"/>
              <a:buChar char="•"/>
            </a:pPr>
            <a:r>
              <a:rPr lang="en-IN" dirty="0"/>
              <a:t>Better decision-making for security teams. </a:t>
            </a:r>
          </a:p>
          <a:p>
            <a:pPr marL="571500" indent="-342900" algn="just">
              <a:lnSpc>
                <a:spcPct val="150000"/>
              </a:lnSpc>
              <a:buFont typeface="Arial" panose="020B0604020202020204" pitchFamily="34" charset="0"/>
              <a:buChar char="•"/>
            </a:pPr>
            <a:r>
              <a:rPr lang="en-IN" dirty="0"/>
              <a:t>Scalable deployment in cloud environments.</a:t>
            </a:r>
          </a:p>
        </p:txBody>
      </p:sp>
      <p:sp>
        <p:nvSpPr>
          <p:cNvPr id="4" name="Slide Number Placeholder 3">
            <a:extLst>
              <a:ext uri="{FF2B5EF4-FFF2-40B4-BE49-F238E27FC236}">
                <a16:creationId xmlns:a16="http://schemas.microsoft.com/office/drawing/2014/main" id="{E0050CD8-1A56-C7ED-B752-9F6EB66A91BF}"/>
              </a:ext>
            </a:extLst>
          </p:cNvPr>
          <p:cNvSpPr>
            <a:spLocks noGrp="1"/>
          </p:cNvSpPr>
          <p:nvPr>
            <p:ph type="sldNum" idx="12"/>
          </p:nvPr>
        </p:nvSpPr>
        <p:spPr>
          <a:xfrm>
            <a:off x="11034279" y="6303771"/>
            <a:ext cx="420302" cy="492443"/>
          </a:xfrm>
        </p:spPr>
        <p:txBody>
          <a:bodyPr/>
          <a:lstStyle/>
          <a:p>
            <a:pPr marL="38100" lvl="0" indent="0" algn="l" rtl="0">
              <a:spcBef>
                <a:spcPts val="0"/>
              </a:spcBef>
              <a:spcAft>
                <a:spcPts val="0"/>
              </a:spcAft>
              <a:buNone/>
            </a:pPr>
            <a:fld id="{00000000-1234-1234-1234-123412341234}" type="slidenum">
              <a:rPr lang="en-US" smtClean="0"/>
              <a:t>11</a:t>
            </a:fld>
            <a:endParaRPr lang="en-US" dirty="0"/>
          </a:p>
        </p:txBody>
      </p:sp>
    </p:spTree>
    <p:extLst>
      <p:ext uri="{BB962C8B-B14F-4D97-AF65-F5344CB8AC3E}">
        <p14:creationId xmlns:p14="http://schemas.microsoft.com/office/powerpoint/2010/main" val="98640937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E8ECD4-EEDD-A156-0D4E-7DF14C271226}"/>
              </a:ext>
            </a:extLst>
          </p:cNvPr>
          <p:cNvSpPr>
            <a:spLocks noGrp="1"/>
          </p:cNvSpPr>
          <p:nvPr>
            <p:ph type="ctrTitle"/>
          </p:nvPr>
        </p:nvSpPr>
        <p:spPr>
          <a:xfrm>
            <a:off x="1002890" y="495945"/>
            <a:ext cx="10363200" cy="492443"/>
          </a:xfrm>
        </p:spPr>
        <p:txBody>
          <a:bodyPr/>
          <a:lstStyle/>
          <a:p>
            <a:pPr algn="ctr"/>
            <a:r>
              <a:rPr lang="en-IN" sz="3200" dirty="0">
                <a:latin typeface="Times New Roman" panose="02020603050405020304" pitchFamily="18" charset="0"/>
                <a:cs typeface="Times New Roman" panose="02020603050405020304" pitchFamily="18" charset="0"/>
              </a:rPr>
              <a:t>Conclusion</a:t>
            </a:r>
          </a:p>
        </p:txBody>
      </p:sp>
      <p:sp>
        <p:nvSpPr>
          <p:cNvPr id="3" name="Subtitle 2">
            <a:extLst>
              <a:ext uri="{FF2B5EF4-FFF2-40B4-BE49-F238E27FC236}">
                <a16:creationId xmlns:a16="http://schemas.microsoft.com/office/drawing/2014/main" id="{82F4B5E8-A87D-701F-A22D-B8B14E6E21E0}"/>
              </a:ext>
            </a:extLst>
          </p:cNvPr>
          <p:cNvSpPr>
            <a:spLocks noGrp="1"/>
          </p:cNvSpPr>
          <p:nvPr>
            <p:ph type="subTitle" idx="1"/>
          </p:nvPr>
        </p:nvSpPr>
        <p:spPr>
          <a:xfrm>
            <a:off x="2005779" y="1582340"/>
            <a:ext cx="8937523" cy="3231654"/>
          </a:xfrm>
        </p:spPr>
        <p:txBody>
          <a:bodyPr/>
          <a:lstStyle/>
          <a:p>
            <a:pPr algn="just">
              <a:lnSpc>
                <a:spcPct val="150000"/>
              </a:lnSpc>
            </a:pPr>
            <a:r>
              <a:rPr lang="en-IN" dirty="0"/>
              <a:t>   The proposed Machine Learning-Based API Anomaly and Abuse Detection System leverages behavioral analysis and machine learning techniques to identify malicious API activities proactively. The framework enhances API security by detecting anomalies, preventing abuse, reducing false positives, and providing explainable insights for security analysts. The system aims to deliver a scalable, adaptive, and intelligent security solution for modern API-driven applications.</a:t>
            </a:r>
          </a:p>
          <a:p>
            <a:pPr algn="just">
              <a:lnSpc>
                <a:spcPct val="150000"/>
              </a:lnSpc>
            </a:pPr>
            <a:endParaRPr lang="en-IN" dirty="0"/>
          </a:p>
        </p:txBody>
      </p:sp>
      <p:sp>
        <p:nvSpPr>
          <p:cNvPr id="4" name="Slide Number Placeholder 3">
            <a:extLst>
              <a:ext uri="{FF2B5EF4-FFF2-40B4-BE49-F238E27FC236}">
                <a16:creationId xmlns:a16="http://schemas.microsoft.com/office/drawing/2014/main" id="{360A4E5B-F0AF-D33E-83B3-A83E6B16A433}"/>
              </a:ext>
            </a:extLst>
          </p:cNvPr>
          <p:cNvSpPr>
            <a:spLocks noGrp="1"/>
          </p:cNvSpPr>
          <p:nvPr>
            <p:ph type="sldNum" idx="12"/>
          </p:nvPr>
        </p:nvSpPr>
        <p:spPr>
          <a:xfrm>
            <a:off x="11034279" y="6362055"/>
            <a:ext cx="420302" cy="434159"/>
          </a:xfrm>
        </p:spPr>
        <p:txBody>
          <a:bodyPr/>
          <a:lstStyle/>
          <a:p>
            <a:pPr marL="38100" lvl="0" indent="0" algn="l" rtl="0">
              <a:spcBef>
                <a:spcPts val="0"/>
              </a:spcBef>
              <a:spcAft>
                <a:spcPts val="0"/>
              </a:spcAft>
              <a:buNone/>
            </a:pPr>
            <a:fld id="{00000000-1234-1234-1234-123412341234}" type="slidenum">
              <a:rPr lang="en-US" smtClean="0"/>
              <a:t>12</a:t>
            </a:fld>
            <a:endParaRPr lang="en-US" dirty="0"/>
          </a:p>
        </p:txBody>
      </p:sp>
    </p:spTree>
    <p:extLst>
      <p:ext uri="{BB962C8B-B14F-4D97-AF65-F5344CB8AC3E}">
        <p14:creationId xmlns:p14="http://schemas.microsoft.com/office/powerpoint/2010/main" val="275681629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037B6DDF-86FB-1181-E3A4-3E249F2000B8}"/>
              </a:ext>
            </a:extLst>
          </p:cNvPr>
          <p:cNvSpPr>
            <a:spLocks noGrp="1"/>
          </p:cNvSpPr>
          <p:nvPr>
            <p:ph type="subTitle" idx="1"/>
          </p:nvPr>
        </p:nvSpPr>
        <p:spPr>
          <a:xfrm>
            <a:off x="3903406" y="2491249"/>
            <a:ext cx="7897789" cy="1015663"/>
          </a:xfrm>
        </p:spPr>
        <p:txBody>
          <a:bodyPr/>
          <a:lstStyle/>
          <a:p>
            <a:r>
              <a:rPr lang="en-US" sz="6600" dirty="0"/>
              <a:t>Thank You</a:t>
            </a:r>
            <a:endParaRPr lang="en-IN" sz="6600" dirty="0"/>
          </a:p>
        </p:txBody>
      </p:sp>
      <p:sp>
        <p:nvSpPr>
          <p:cNvPr id="4" name="Slide Number Placeholder 3">
            <a:extLst>
              <a:ext uri="{FF2B5EF4-FFF2-40B4-BE49-F238E27FC236}">
                <a16:creationId xmlns:a16="http://schemas.microsoft.com/office/drawing/2014/main" id="{A12635F1-40D7-5BE0-B235-1334706F0109}"/>
              </a:ext>
            </a:extLst>
          </p:cNvPr>
          <p:cNvSpPr>
            <a:spLocks noGrp="1"/>
          </p:cNvSpPr>
          <p:nvPr>
            <p:ph type="sldNum" idx="12"/>
          </p:nvPr>
        </p:nvSpPr>
        <p:spPr>
          <a:xfrm>
            <a:off x="11201427" y="6105832"/>
            <a:ext cx="430134" cy="365918"/>
          </a:xfrm>
        </p:spPr>
        <p:txBody>
          <a:bodyPr/>
          <a:lstStyle/>
          <a:p>
            <a:pPr marL="38100" lvl="0" indent="0" algn="l" rtl="0">
              <a:spcBef>
                <a:spcPts val="0"/>
              </a:spcBef>
              <a:spcAft>
                <a:spcPts val="0"/>
              </a:spcAft>
              <a:buNone/>
            </a:pPr>
            <a:fld id="{00000000-1234-1234-1234-123412341234}" type="slidenum">
              <a:rPr lang="en-US" smtClean="0"/>
              <a:t>13</a:t>
            </a:fld>
            <a:endParaRPr lang="en-US" dirty="0"/>
          </a:p>
        </p:txBody>
      </p:sp>
    </p:spTree>
    <p:extLst>
      <p:ext uri="{BB962C8B-B14F-4D97-AF65-F5344CB8AC3E}">
        <p14:creationId xmlns:p14="http://schemas.microsoft.com/office/powerpoint/2010/main" val="2680480405"/>
      </p:ext>
    </p:extLst>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